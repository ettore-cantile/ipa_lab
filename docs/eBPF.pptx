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96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966960" y="365760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10680192" y="365760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11393424" y="365760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10323576" y="987552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036808" y="987552"/>
            <a:ext cx="713232" cy="822960"/>
          </a:xfrm>
          <a:prstGeom prst="hexagon">
            <a:avLst/>
          </a:prstGeom>
          <a:ln w="17780">
            <a:solidFill>
              <a:srgbClr val="F6A6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750040" y="987552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9966960" y="1609344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0680192" y="1609344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11393424" y="1609344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10323576" y="2231136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11036808" y="2231136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11750040" y="2231136"/>
            <a:ext cx="713232" cy="822960"/>
          </a:xfrm>
          <a:prstGeom prst="hexagon">
            <a:avLst/>
          </a:prstGeom>
          <a:ln w="17780">
            <a:solidFill>
              <a:srgbClr val="2C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254910"/>
            <a:ext cx="427939" cy="42793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eBPF</a:t>
            </a:r>
            <a:endParaRPr lang="en-US" sz="9600" dirty="0"/>
          </a:p>
        </p:txBody>
      </p:sp>
      <p:sp>
        <p:nvSpPr>
          <p:cNvPr id="17" name="Text 14"/>
          <p:cNvSpPr/>
          <p:nvPr/>
        </p:nvSpPr>
        <p:spPr>
          <a:xfrm>
            <a:off x="86868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A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extended Berkeley Packet Filter</a:t>
            </a:r>
            <a:endParaRPr lang="en-US" sz="2000" dirty="0">
              <a:solidFill>
                <a:srgbClr val="F6A609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868680" y="4754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Eseguire programmi nel kernel Linux in modo sicuro, senza ricompilarlo né caricare moduli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guida pratica con esempi di codice  ·  kprobe · maps · XDP · tail call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Cos'è eBPF?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macchina virtuale dentro il kernel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719866"/>
            <a:ext cx="4480560" cy="1705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</a:t>
            </a:r>
            <a:r>
              <a:rPr lang="en-US" sz="17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permette di caricare ed eseguire piccoli programmi direttamente </a:t>
            </a:r>
            <a:r>
              <a:rPr lang="en-US" sz="17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all'interno del kernel Linux</a:t>
            </a:r>
            <a:r>
              <a:rPr lang="en-US" sz="17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agganciandoli a eventi di sistema o di rete — il tutto in una sandbox sicura e ad altissime prestazioni.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74676" y="1681399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5844" y="1855135"/>
            <a:ext cx="566928" cy="566928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907" y="1991198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34796" y="180027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 nativa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34796" y="2120311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bytecode viene compilato JIT in istruzioni macchina.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4676" y="2760391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5844" y="2934127"/>
            <a:ext cx="566928" cy="566928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907" y="3070190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4796" y="287926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garantita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34796" y="3199303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verifier analizza ogni programma prima di eseguirlo.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4676" y="3839383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5844" y="4013119"/>
            <a:ext cx="566928" cy="566928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907" y="4149182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34796" y="395825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moduli kernel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234796" y="4278295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ricompilazioni, niente moduli da caricare a rischio.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74676" y="4918375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75844" y="5092111"/>
            <a:ext cx="566928" cy="566928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907" y="5228174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4796" y="503724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Programmabilità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234796" y="5357287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Rete, osservabilità e sicurezza diventano programmabili.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codice C all'esecuzione nel kernel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2542032"/>
            <a:ext cx="621792" cy="621792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6576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 programma in C ristretto (user space).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42616" y="228600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843784" y="228600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542032"/>
            <a:ext cx="621792" cy="621792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35224" y="3273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08376" y="36576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compilato in bytecode eBPF.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93208" y="228600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24728" y="2542032"/>
            <a:ext cx="621792" cy="621792"/>
          </a:xfrm>
          <a:prstGeom prst="ellipse">
            <a:avLst/>
          </a:prstGeom>
          <a:solidFill>
            <a:srgbClr val="35D0B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4728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184648" y="3273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36576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kernel verifica: niente loop infiniti né accessi illegali.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41464" y="228600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342632" y="228600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74152" y="2542032"/>
            <a:ext cx="621792" cy="621792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25" name="Text 23"/>
          <p:cNvSpPr/>
          <p:nvPr/>
        </p:nvSpPr>
        <p:spPr>
          <a:xfrm>
            <a:off x="8074152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34072" y="3273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07224" y="36576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Tradotto in codice macchina nativo.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90888" y="228600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592056" y="228600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23576" y="2542032"/>
            <a:ext cx="621792" cy="621792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31" name="Text 29"/>
          <p:cNvSpPr/>
          <p:nvPr/>
        </p:nvSpPr>
        <p:spPr>
          <a:xfrm>
            <a:off x="10323576" y="2542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83496" y="3273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56648" y="36576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Agganciato a un evento: si esegue ad ogni trigger.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verifier è la chiave: rifiuta qualsiasi programma che potrebbe mettere a rischio la stabilità del kernel.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si aggancia eBPF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punti di hook e i mattoni che vedremo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" y="223113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5973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" y="2604577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6776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kprobe / tracepoint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36776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Intercetta chiamate di sistema e funzioni del kernel.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23113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45973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29" y="2604577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67528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Strutture dati condivise tra kernel e user space.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2440" y="223113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45973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881" y="2604577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098280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Elaborazione pacchetti al livello più basso della rete.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" y="369417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59536" y="392277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377" y="406761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36776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call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636776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da un programma eBPF a un altro a runtime.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61688" y="369417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0288" y="392277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129" y="4067617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7528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Sockets / TC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367528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e controllo del traffico a livello socket.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92440" y="3694176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1040" y="3922776"/>
            <a:ext cx="603504" cy="603504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5881" y="4067617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Sicurezza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098280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 osservabilità senza agenti pesanti.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Hello, eBPF!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programma: un kprobe sulla syscall clone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Aggancio un programma alla syscall </a:t>
            </a:r>
            <a:r>
              <a:rPr lang="en-US" sz="16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invocata ogni volta che il sistema crea un nuovo processo. Ad ogni evento scrivo un messaggio nel </a:t>
            </a:r>
            <a:r>
              <a:rPr lang="en-US" sz="16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pipe</a:t>
            </a: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kernel.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085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bpf_trace_printk() è il "printf" del kernel: utilissimo per il debug.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480560"/>
          </a:xfrm>
          <a:prstGeom prst="roundRect">
            <a:avLst>
              <a:gd name="adj" fmla="val 1429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hello_ebpf.py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bcc import BPF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= """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hello(void *ctx) {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bpf_trace_printk(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"Hello from eBPF!\n");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BPF(text=program)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= b.get_syscall_fnname("clone")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b.attach_kprobe(event=syscall,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fn_name="hello")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b.trace_print()  # legge il kernel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Maps: memoria condivisa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Conservare lo stato tra eventi e tra kernel e user space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sono strutture dati che sopravvivono tra un'esecuzione e l'altra. Qui una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BPF_HASH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 quanti processi vengono creati, in modo atomico con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__sync_fetch_and_add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3141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1788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 e kernel leggono la stessa map: il ponte tra i due mondi.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count_process.py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BPF_HASH(stats, u32, u64);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count_clone(void *ctx) {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u32 key = 0;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u64 *counter, initial = 1;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= stats.lookup(&amp;key);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(counter)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__sync_fetch_and_add(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counter, 1);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stats.update(&amp;key, &amp;initial);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 space legge il valore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b["stats"][key].value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XDP — eXpress Data Path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applicato alla rete, alla massima velocità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711353"/>
            <a:ext cx="41274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XDP</a:t>
            </a: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esegue il programma eBPF nel driver della scheda di rete, </a:t>
            </a:r>
            <a:r>
              <a:rPr lang="en-US" sz="1600" i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il kernel costruisca le sue strutture: è il punto più veloce in assoluto per ispezionare o scartare un pacchetto.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920240"/>
            <a:ext cx="5623560" cy="877824"/>
          </a:xfrm>
          <a:prstGeom prst="roundRect">
            <a:avLst>
              <a:gd name="adj" fmla="val 8333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920240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XDP_PASS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49640" y="1920240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Lascia passare il pacchetto al kernel.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953512"/>
            <a:ext cx="5623560" cy="877824"/>
          </a:xfrm>
          <a:prstGeom prst="roundRect">
            <a:avLst>
              <a:gd name="adj" fmla="val 8333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2953512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XDP_DROP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2953512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Distrugge il pacchetto immediatamente.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986784"/>
            <a:ext cx="5623560" cy="877824"/>
          </a:xfrm>
          <a:prstGeom prst="roundRect">
            <a:avLst>
              <a:gd name="adj" fmla="val 8333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3986784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XDP_TX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3986784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Rispedisce il pacchetto al mittente.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5020056"/>
            <a:ext cx="5623560" cy="877824"/>
          </a:xfrm>
          <a:prstGeom prst="roundRect">
            <a:avLst>
              <a:gd name="adj" fmla="val 8333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5020056"/>
            <a:ext cx="2331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XDP_REDIRECT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5020056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devia verso un'altra interfaccia.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XDP_DROP: il muro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XDP più semplice: scarta tutto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verdetto: </a:t>
            </a:r>
            <a:r>
              <a:rPr lang="en-US" sz="16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XDP_DROP</a:t>
            </a:r>
            <a:r>
              <a:rPr lang="en-US" sz="16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Ogni pacchetto in arrivo viene distrutto prima ancora di entrare nello stack di rete. È la base di firewall e protezioni anti-DDoS.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114800"/>
            <a:ext cx="640080" cy="640080"/>
          </a:xfrm>
          <a:prstGeom prst="ellipse">
            <a:avLst/>
          </a:prstGeom>
          <a:solidFill>
            <a:srgbClr val="FF6B6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2684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069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lato Python: load_func, attach_xdp e — fondamentale — remove_xdp alla fine.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xdp_drop.py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drop_all(struct xdp_md *ctx) {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bpf_trace_printk(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"Pacchetto scartato!\n");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XDP_DROP;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= "lo"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BPF(text=program)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= b.load_func("drop_all",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BPF.XDP)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b.attach_xdp(device, fn, 0)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b.remove_xdp(device, 0)  # cleanup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i pacchetti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Ethernet → IP e la "regola d'oro" del verifier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leggere i campi di un pacchetto si fa il </a:t>
            </a:r>
            <a:r>
              <a:rPr lang="en-US" sz="1550" i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dei puntatori agli header.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d'oro: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 di ogni accesso bisogna verificare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data_end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altrimenti il verifier rifiuta il programma.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48056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6341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622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((void*)(ptr+1) &gt; data_end) → controllo dei limiti obbligatorio.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xdp_parser.py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*data     = (void*)(long)ctx-&gt;data;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*data_end = (void*)(long)ctx-&gt;data_end;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ethhdr *eth = data;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REGOLA D'ORO: controlla i limiti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((void*)(eth+1) &gt; data_end)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XDP_PASS;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(eth-&gt;h_proto ==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bpf_htons(ETH_P_IP)) 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iphdr *ip = (void*)(eth+1);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((void*)(ip+1) &gt; data_end)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XDP_PASS;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bpf_trace_printk("Proto: %d\n",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ip-&gt;protocol);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call: saltare tra programmi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programma eBPF ne richiama un altro a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BPF_PROG_ARRAY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programma può cedere il controllo a un altro tramite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prog_array.call()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il salto riesce, l'esecuzione </a:t>
            </a: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torna mai indietro.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38912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542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370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costruire pipeline modulari, evitando un unico programma gigante.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tail_call.py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BPF_PROG_ARRAY(prog_array, 10);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tail_program(void *ctx) 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bpf_trace_printk(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"Program B: ho il controllo\n");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entry_program(void *ctx) 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prog_array.call(ctx, 1); // salta!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non viene mai eseguito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 space registra lo slot 1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prog_array[c_int(1)] = c_int(tail.fd)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pipeline modulare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dispatcher usa il numero di protocollo come indice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Trucco elegante: il campo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ip-&gt;protocol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viene usato direttamente come indice della jump table. Protocollo 1 (ICMP) → slot 1, protocollo 6 (TCP) → slot 6.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8301" y="4114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301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81381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81381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4301" y="365760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1C1F2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301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 → DROP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4301" y="443484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1C1F2B"/>
          </a:solidFill>
          <a:ln w="12700">
            <a:solidFill>
              <a:srgbClr val="7DD8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4301" y="4434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→ PASS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xdp_pipeline.py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BPF_PROG_ARRAY(jmp_table, 256);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icmp_drop(struct xdp_md *ctx){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XDP_DROP; }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tcp_pass(struct xdp_md *ctx){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XDP_PASS; }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xdp_parser(struct xdp_md *ctx){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parsing eth + ip ...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jmp_table.call(ctx, ip-&gt;protocol);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XDP_PASS; // slot vuoto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Python: indicizza per protocollo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jmp_table[1] = icmp_fn.fd  # ICMP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jmp_table[6] = tcp_fn.fd   # TCP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protocollo su misura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e leggere un header personalizzato dentro UDP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non si ferma ai protocolli standard: si può definire una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personalizzata (qui un header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posizionata subito dopo UDP, intercettata su una porta "magica".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38912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542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370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 / IP / UDP / IPA — ogni livello dentro il precedente.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xdp_ipa_parser.py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ipa_hdr 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__u8  model_id;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__u8  type_and_param_sz;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__be16 scaling;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__u8  neurons_per_layer;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__attribute__((packed));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dopo aver verificato eth/ip/udp: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(udp-&gt;dest == bpf_htons(9999)) {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ipa_hdr *ipa =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(void *)(udp + 1);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((void*)(ipa+1) &gt; data_end)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XDP_PASS;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bpf_trace_printk("Model %d\n",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ipa-&gt;model_id);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XDP_DROP;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Mettere alla prova: Scapy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e inviare pacchetti su misura per il test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testare il parser serve un pacchetto col formato giusto.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permette di definire l'header IPA e "impilarlo" sopra UDP, poi spedirlo sull'interfaccia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38912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542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370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bind_layers dice a Scapy: "dopo UDP porta 9999, c'è IPA".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892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send_ipa.py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5856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50008"/>
            <a:ext cx="571500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scapy.all import *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IPA(Packet):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fields_desc = [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ByteField("model_id", 0),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ShortField("scaling", 1000),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ByteField("neurons_per_layer",5)]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bind_layers(UDP, IPA, dport=9999)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 = (Ether()/IP(dst="127.0.0.1")/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UDP(dport=9999)/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IPA(model_id=42)/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Raw(load="Neural Net Data"))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sendp(pkt, iface="lo")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switch_core.py: lo switch neurale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il pacchetto IPA, esegue un'inferenza nel kernel e lo instrada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arriva il pacchetto IPA spedito con Scapy,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switch_core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analizza, riconosce il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esegue una mini-inferenza direttamente nel kernel e decide su quale interfaccia inoltrarlo — appoggiandosi a due mappe-cache.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35D0BA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Pacchetto IPA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5570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model_id = 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14016" y="28803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62072" y="28803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53512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model_cache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53512" y="35570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lookup(model_id)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28803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29784" y="28803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21224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Inferenza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21224" y="35570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8803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97496" y="28803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88936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fwd_table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88936" y="35570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lookup(output)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17152" y="28803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665208" y="28803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7DD88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56648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bpf_redirect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56648" y="35570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MAC rewrite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5012" y="40325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747772" y="448056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C1F2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7772" y="4480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→ XDP_DROP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60436" y="40325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283196" y="448056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C1F2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3196" y="4480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→ XDP_DROP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cache: model_cache (model_id → pesi della rete) e fwd_table (risultato dell'inferenza → azione di inoltro).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del modello: HIT o MISS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model_cache associa ogni model_id ai pesi della sua rete neurale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4663440" cy="1783080"/>
          </a:xfrm>
          <a:prstGeom prst="roundRect">
            <a:avLst>
              <a:gd name="adj" fmla="val 5128"/>
            </a:avLst>
          </a:prstGeom>
          <a:solidFill>
            <a:srgbClr val="1C1F2B"/>
          </a:solidFill>
          <a:ln w="16510">
            <a:solidFill>
              <a:srgbClr val="7DD88B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603504" cy="603504"/>
          </a:xfrm>
          <a:prstGeom prst="ellipse">
            <a:avLst/>
          </a:prstGeom>
          <a:solidFill>
            <a:srgbClr val="7DD88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252228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HIT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r>
              <a:rPr lang="en-US" sz="13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trovato e </a:t>
            </a: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 == 1</a:t>
            </a:r>
            <a:r>
              <a:rPr lang="en-US" sz="13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 pesi sono in cache → si procede con l'inferenza in-kernel.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114800"/>
            <a:ext cx="4663440" cy="1783080"/>
          </a:xfrm>
          <a:prstGeom prst="roundRect">
            <a:avLst>
              <a:gd name="adj" fmla="val 5128"/>
            </a:avLst>
          </a:prstGeom>
          <a:solidFill>
            <a:srgbClr val="1C1F2B"/>
          </a:solidFill>
          <a:ln w="16510">
            <a:solidFill>
              <a:srgbClr val="FF6B6B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389120"/>
            <a:ext cx="603504" cy="603504"/>
          </a:xfrm>
          <a:prstGeom prst="ellipse">
            <a:avLst/>
          </a:prstGeom>
          <a:solidFill>
            <a:srgbClr val="FF6B6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21" y="453396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4407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MISS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68680" y="4983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r>
              <a:rPr lang="en-US" sz="13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sconosciuto → </a:t>
            </a:r>
            <a:r>
              <a:rPr lang="en-US" sz="135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XDP_DROP</a:t>
            </a:r>
            <a:r>
              <a:rPr lang="en-US" sz="13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 switch scarta ciò che non sa elaborare.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0" y="1920240"/>
            <a:ext cx="6172200" cy="4160520"/>
          </a:xfrm>
          <a:prstGeom prst="roundRect">
            <a:avLst>
              <a:gd name="adj" fmla="val 1538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87568" y="21031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3"/>
          <p:cNvSpPr/>
          <p:nvPr/>
        </p:nvSpPr>
        <p:spPr>
          <a:xfrm>
            <a:off x="5888736" y="21031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9904" y="21031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20299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switch_core.py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50992" y="239572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2487168"/>
            <a:ext cx="571500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__u8 id = ipa-&gt;model_id;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model_data *m =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model_cache.lookup(&amp;id);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 != NULL &amp;&amp;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m-&gt;is_valid == 1) {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CACHE HIT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inferenza in-kernel ...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XDP_DROP; // CACHE MISS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Inferenza senza loop: unrolling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verifier vieta i cicli non limitati, così il prodotto scalare è srotolato a mano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accetta solo loop con un numero di iterazioni </a:t>
            </a:r>
            <a:r>
              <a:rPr lang="en-US" sz="155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a priori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Per il prodotto scalare </a:t>
            </a:r>
            <a:r>
              <a:rPr lang="en-US" sz="1550" i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pesi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switch_core scrive le 4 moltiplicazioni in modo esplicito invece di un </a:t>
            </a:r>
            <a:r>
              <a:rPr lang="en-US" sz="15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è il </a:t>
            </a:r>
            <a:r>
              <a:rPr lang="en-US" sz="15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unrolling</a:t>
            </a:r>
            <a:r>
              <a:rPr lang="en-US" sz="15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452628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6798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5079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pesi sono __s8 (interi con segno): il valore 254 viene letto come −2.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874520"/>
            <a:ext cx="6172200" cy="4434840"/>
          </a:xfrm>
          <a:prstGeom prst="roundRect">
            <a:avLst>
              <a:gd name="adj" fmla="val 1443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205740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20574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205740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984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switch_core.py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35000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441448"/>
            <a:ext cx="571500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in[4];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in[0] = ctx-&gt;ingress_ifindex;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in[1] = ip-&gt;ttl;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in[2] = 1;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in[3] = 1;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out = 0;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 "srotolato" a mano (w = pesi)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+= in[0]*(__s8)w[0];  // *10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+= in[1]*(__s8)w[1];  // *2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+= in[2]*(__s8)w[2];  // *-2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+= in[3]*(__s8)w[3];  // *5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numero all'inoltro: redirect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L'output dell'inferenza diventa la chiave della tabella di forwarding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numero prodotto dall'inferenza viene cercato in </a:t>
            </a:r>
            <a:r>
              <a:rPr lang="en-US" sz="15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fwd_table</a:t>
            </a: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esiste una regola, switch_core riscrive al volo i MAC con </a:t>
            </a:r>
            <a:r>
              <a:rPr lang="en-US" sz="15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__builtin_memcpy</a:t>
            </a: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spara il pacchetto su un'altra scheda di rete con </a:t>
            </a:r>
            <a:r>
              <a:rPr lang="en-US" sz="150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bpf_redirect</a:t>
            </a: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Niente regola → DROP.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4709160"/>
            <a:ext cx="640080" cy="64008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8627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6451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5D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nostro IPA(model_id=42) → cache hit → inferenza → output → redirect su eth1.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0" y="1874520"/>
            <a:ext cx="6172200" cy="4434840"/>
          </a:xfrm>
          <a:prstGeom prst="roundRect">
            <a:avLst>
              <a:gd name="adj" fmla="val 1443"/>
            </a:avLst>
          </a:prstGeom>
          <a:solidFill>
            <a:srgbClr val="0C0E14"/>
          </a:solidFill>
          <a:ln w="12700">
            <a:solidFill>
              <a:srgbClr val="2A2F3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205740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5888736" y="20574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089904" y="205740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984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switch_core.py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350008"/>
            <a:ext cx="5843016" cy="0"/>
          </a:xfrm>
          <a:prstGeom prst="line">
            <a:avLst/>
          </a:prstGeom>
          <a:noFill/>
          <a:ln w="12700">
            <a:solidFill>
              <a:srgbClr val="2429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441448"/>
            <a:ext cx="571500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fwd_action *act =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fwd_table.lookup(&amp;out);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(act != NULL) {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6E78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riscrive i MAC al volo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__builtin_memcpy(eth-&gt;h_source,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act-&gt;src_mac, 6);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__builtin_memcpy(eth-&gt;h_dest,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D6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act-&gt;dst_mac, 6);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7DD8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pacchetto in volo!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bpf_redirect(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act-&gt;ifindex, 0);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XDP_DROP; // nessuna regola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A6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in sintesi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5608" y="11155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mattoni costruiti, uno sopra l'altro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167128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kprobe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71600" y="23225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Aggancio a syscall ed eventi del kernel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hello_ebpf.py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45352" y="18288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67128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22592" y="1975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22592" y="23225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persistente e condiviso (BPF_HASH)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131552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count_process.py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07238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" y="3410712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Verdetti sui pacchetti: PASS / DROP / TX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3575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xdp_drop.py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45352" y="307238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3410712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22592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22592" y="3566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degli header + regola d'oro del verifier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31552" y="3575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xdp_parser.py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31596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" y="4654296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371600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call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371600" y="48097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tra programmi via BPF_PROG_ARRAY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80560" y="48188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tail_call.py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5352" y="431596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46520" y="4654296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022592" y="4462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022592" y="48097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modulare per protocollo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131552" y="48188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xdp_pipeline.py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555955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5528" y="5897880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" y="5897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371600" y="5705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proto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371600" y="6053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su misura dentro UDP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480560" y="6062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xdp_ipa_parser.py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45352" y="555955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46520" y="5897880"/>
            <a:ext cx="402336" cy="402336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5897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022592" y="5705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7022592" y="6053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generati con Scapy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131552" y="6062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send_ipa.py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0424160" y="-182880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11137392" y="-182880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10780776" y="438912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11494008" y="438912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0424160" y="1060704"/>
            <a:ext cx="713232" cy="822960"/>
          </a:xfrm>
          <a:prstGeom prst="hexagon">
            <a:avLst/>
          </a:prstGeom>
          <a:ln w="16510">
            <a:solidFill>
              <a:srgbClr val="F6A6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137392" y="1060704"/>
            <a:ext cx="713232" cy="822960"/>
          </a:xfrm>
          <a:prstGeom prst="hexagon">
            <a:avLst/>
          </a:prstGeom>
          <a:ln w="16510">
            <a:solidFill>
              <a:srgbClr val="F6A60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10780776" y="1682496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1494008" y="1682496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10424160" y="2304288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11137392" y="2304288"/>
            <a:ext cx="713232" cy="822960"/>
          </a:xfrm>
          <a:prstGeom prst="hexagon">
            <a:avLst/>
          </a:prstGeom>
          <a:ln w="16510">
            <a:solidFill>
              <a:srgbClr val="2C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777240"/>
            <a:ext cx="777240" cy="77724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963778"/>
            <a:ext cx="404165" cy="4041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conta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59436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2415845"/>
            <a:ext cx="380390" cy="3803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86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Osservabilità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6868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 profiling senza riavviare né strumentare il codice.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361688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36008" y="2240280"/>
            <a:ext cx="731520" cy="73152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2415845"/>
            <a:ext cx="380390" cy="3803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36008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4636008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e routing ad alte prestazioni (es. Cilium).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129016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C1F2B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403336" y="2240280"/>
            <a:ext cx="731520" cy="731520"/>
          </a:xfrm>
          <a:prstGeom prst="ellipse">
            <a:avLst/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1" y="2415845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03336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8403336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 runtime e rilevamento delle minacce nel kernel.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94360" y="4617720"/>
            <a:ext cx="10945368" cy="1508760"/>
          </a:xfrm>
          <a:prstGeom prst="roundRect">
            <a:avLst>
              <a:gd name="adj" fmla="val 6061"/>
            </a:avLst>
          </a:prstGeom>
          <a:solidFill>
            <a:srgbClr val="F6A609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stesso strumento per rete, osservabilità e sicurezza.</a:t>
            </a:r>
            <a:endParaRPr lang="en-US" sz="2300" dirty="0"/>
          </a:p>
        </p:txBody>
      </p:sp>
      <p:sp>
        <p:nvSpPr>
          <p:cNvPr id="32" name="Text 26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primo "Hello" su una syscall fino a un parser di protocollo su misura: eBPF rende il kernel Linux programmabile, in sicurezza.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eBPF · extended Berkeley Packet Filter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2703</Words>
  <Application>Microsoft Office PowerPoint</Application>
  <PresentationFormat>Widescreen</PresentationFormat>
  <Paragraphs>388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— Programmare il Kernel Linux</dc:title>
  <dc:subject>PptxGenJS Presentation</dc:subject>
  <dc:creator>Claude</dc:creator>
  <cp:lastModifiedBy>Ettore Cantile</cp:lastModifiedBy>
  <cp:revision>3</cp:revision>
  <dcterms:created xsi:type="dcterms:W3CDTF">2026-06-29T13:00:40Z</dcterms:created>
  <dcterms:modified xsi:type="dcterms:W3CDTF">2026-06-29T15:52:52Z</dcterms:modified>
</cp:coreProperties>
</file>
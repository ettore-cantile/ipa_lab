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8" r:id="rId4"/>
    <p:sldId id="276" r:id="rId21"/>
    <p:sldId id="285" r:id="rId34"/>
    <p:sldId id="283" r:id="rId32"/>
    <p:sldId id="284" r:id="rId33"/>
    <p:sldId id="286" r:id="rId35"/>
    <p:sldId id="287" r:id="rId36"/>
    <p:sldId id="281" r:id="rId30"/>
    <p:sldId id="288" r:id="rId37"/>
    <p:sldId id="289" r:id="rId38"/>
    <p:sldId id="278" r:id="rId23"/>
    <p:sldId id="282" r:id="rId31"/>
    <p:sldId id="290" r:id="rId39"/>
    <p:sldId id="291" r:id="rId40"/>
    <p:sldId id="261" r:id="rId8"/>
    <p:sldId id="262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0909" autoAdjust="0"/>
  </p:normalViewPr>
  <p:slideViewPr>
    <p:cSldViewPr snapToGrid="0" snapToObjects="1">
      <p:cViewPr varScale="1">
        <p:scale>
          <a:sx n="80" d="100"/>
          <a:sy n="80" d="100"/>
        </p:scale>
        <p:origin x="11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2.xml"/><Relationship Id="rId8" Type="http://schemas.openxmlformats.org/officeDocument/2006/relationships/slide" Target="slides/slide16.xml"/><Relationship Id="rId9" Type="http://schemas.openxmlformats.org/officeDocument/2006/relationships/slide" Target="slides/slide17.xml"/><Relationship Id="rId10" Type="http://schemas.openxmlformats.org/officeDocument/2006/relationships/slide" Target="slides/slide18.xml"/><Relationship Id="rId11" Type="http://schemas.openxmlformats.org/officeDocument/2006/relationships/slide" Target="slides/slide19.xml"/><Relationship Id="rId12" Type="http://schemas.openxmlformats.org/officeDocument/2006/relationships/slide" Target="slides/slide20.xml"/><Relationship Id="rId13" Type="http://schemas.openxmlformats.org/officeDocument/2006/relationships/slide" Target="slides/slide21.xml"/><Relationship Id="rId14" Type="http://schemas.openxmlformats.org/officeDocument/2006/relationships/slide" Target="slides/slide22.xml"/><Relationship Id="rId21" Type="http://schemas.openxmlformats.org/officeDocument/2006/relationships/slide" Target="slides/slide3.xml"/><Relationship Id="rId23" Type="http://schemas.openxmlformats.org/officeDocument/2006/relationships/slide" Target="slides/slide1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microsoft.com/office/2016/11/relationships/changesInfo" Target="changesInfos/changesInfo1.xml"/><Relationship Id="rId30" Type="http://schemas.openxmlformats.org/officeDocument/2006/relationships/slide" Target="slides/slide9.xml"/><Relationship Id="rId31" Type="http://schemas.openxmlformats.org/officeDocument/2006/relationships/slide" Target="slides/slide13.xml"/><Relationship Id="rId32" Type="http://schemas.openxmlformats.org/officeDocument/2006/relationships/slide" Target="slides/slide5.xml"/><Relationship Id="rId33" Type="http://schemas.openxmlformats.org/officeDocument/2006/relationships/slide" Target="slides/slide6.xml"/><Relationship Id="rId34" Type="http://schemas.openxmlformats.org/officeDocument/2006/relationships/slide" Target="slides/slide4.xml"/><Relationship Id="rId35" Type="http://schemas.openxmlformats.org/officeDocument/2006/relationships/slide" Target="slides/slide7.xml"/><Relationship Id="rId36" Type="http://schemas.openxmlformats.org/officeDocument/2006/relationships/slide" Target="slides/slide8.xml"/><Relationship Id="rId37" Type="http://schemas.openxmlformats.org/officeDocument/2006/relationships/slide" Target="slides/slide10.xml"/><Relationship Id="rId38" Type="http://schemas.openxmlformats.org/officeDocument/2006/relationships/slide" Target="slides/slide11.xml"/><Relationship Id="rId39" Type="http://schemas.openxmlformats.org/officeDocument/2006/relationships/slide" Target="slides/slide14.xml"/><Relationship Id="rId40" Type="http://schemas.openxmlformats.org/officeDocument/2006/relationships/slide" Target="slides/slide1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ttore Cantile" userId="2f5e44afd0b03182" providerId="LiveId" clId="{E1385F0F-24B1-4705-8EF7-8D82C33CA9CE}"/>
    <pc:docChg chg="undo redo custSel addSld delSld modSld">
      <pc:chgData name="Ettore Cantile" userId="2f5e44afd0b03182" providerId="LiveId" clId="{E1385F0F-24B1-4705-8EF7-8D82C33CA9CE}" dt="2026-09-25T15:17:48.142" v="404" actId="47"/>
      <pc:docMkLst>
        <pc:docMk/>
      </pc:docMkLst>
      <pc:sldChg chg="modSp mod">
        <pc:chgData name="Ettore Cantile" userId="2f5e44afd0b03182" providerId="LiveId" clId="{E1385F0F-24B1-4705-8EF7-8D82C33CA9CE}" dt="2026-09-25T15:14:45.321" v="331" actId="20577"/>
        <pc:sldMkLst>
          <pc:docMk/>
          <pc:sldMk cId="0" sldId="256"/>
        </pc:sldMkLst>
        <pc:spChg chg="mod">
          <ac:chgData name="Ettore Cantile" userId="2f5e44afd0b03182" providerId="LiveId" clId="{E1385F0F-24B1-4705-8EF7-8D82C33CA9CE}" dt="2026-09-25T15:14:45.321" v="331" actId="20577"/>
          <ac:spMkLst>
            <pc:docMk/>
            <pc:sldMk cId="0" sldId="256"/>
            <ac:spMk id="7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2:03:07.871" v="123" actId="20577"/>
        <pc:sldMkLst>
          <pc:docMk/>
          <pc:sldMk cId="0" sldId="257"/>
        </pc:sldMkLst>
        <pc:spChg chg="mod">
          <ac:chgData name="Ettore Cantile" userId="2f5e44afd0b03182" providerId="LiveId" clId="{E1385F0F-24B1-4705-8EF7-8D82C33CA9CE}" dt="2026-09-25T08:43:50.886" v="79" actId="20577"/>
          <ac:spMkLst>
            <pc:docMk/>
            <pc:sldMk cId="0" sldId="257"/>
            <ac:spMk id="7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2:03:07.871" v="123" actId="20577"/>
          <ac:spMkLst>
            <pc:docMk/>
            <pc:sldMk cId="0" sldId="257"/>
            <ac:spMk id="33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4:24:40.828" v="303" actId="207"/>
        <pc:sldMkLst>
          <pc:docMk/>
          <pc:sldMk cId="0" sldId="258"/>
        </pc:sldMkLst>
        <pc:graphicFrameChg chg="modGraphic">
          <ac:chgData name="Ettore Cantile" userId="2f5e44afd0b03182" providerId="LiveId" clId="{E1385F0F-24B1-4705-8EF7-8D82C33CA9CE}" dt="2026-09-25T14:24:40.828" v="303" actId="207"/>
          <ac:graphicFrameMkLst>
            <pc:docMk/>
            <pc:sldMk cId="0" sldId="258"/>
            <ac:graphicFrameMk id="8" creationId="{00000000-0000-0000-0000-000000000000}"/>
          </ac:graphicFrameMkLst>
        </pc:graphicFrameChg>
      </pc:sldChg>
      <pc:sldChg chg="modSp mod">
        <pc:chgData name="Ettore Cantile" userId="2f5e44afd0b03182" providerId="LiveId" clId="{E1385F0F-24B1-4705-8EF7-8D82C33CA9CE}" dt="2026-09-24T16:05:13.005" v="54" actId="20577"/>
        <pc:sldMkLst>
          <pc:docMk/>
          <pc:sldMk cId="0" sldId="260"/>
        </pc:sldMkLst>
        <pc:spChg chg="mod">
          <ac:chgData name="Ettore Cantile" userId="2f5e44afd0b03182" providerId="LiveId" clId="{E1385F0F-24B1-4705-8EF7-8D82C33CA9CE}" dt="2026-09-24T16:05:13.005" v="54" actId="20577"/>
          <ac:spMkLst>
            <pc:docMk/>
            <pc:sldMk cId="0" sldId="260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09:10:24.986" v="80" actId="20577"/>
        <pc:sldMkLst>
          <pc:docMk/>
          <pc:sldMk cId="0" sldId="261"/>
        </pc:sldMkLst>
        <pc:spChg chg="mod">
          <ac:chgData name="Ettore Cantile" userId="2f5e44afd0b03182" providerId="LiveId" clId="{E1385F0F-24B1-4705-8EF7-8D82C33CA9CE}" dt="2026-09-24T16:05:13.089" v="55" actId="20577"/>
          <ac:spMkLst>
            <pc:docMk/>
            <pc:sldMk cId="0" sldId="261"/>
            <ac:spMk id="5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09:10:24.986" v="80" actId="20577"/>
          <ac:spMkLst>
            <pc:docMk/>
            <pc:sldMk cId="0" sldId="261"/>
            <ac:spMk id="6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09:10:36.050" v="83" actId="20577"/>
        <pc:sldMkLst>
          <pc:docMk/>
          <pc:sldMk cId="0" sldId="262"/>
        </pc:sldMkLst>
        <pc:spChg chg="mod">
          <ac:chgData name="Ettore Cantile" userId="2f5e44afd0b03182" providerId="LiveId" clId="{E1385F0F-24B1-4705-8EF7-8D82C33CA9CE}" dt="2026-09-24T16:05:13.136" v="56" actId="20577"/>
          <ac:spMkLst>
            <pc:docMk/>
            <pc:sldMk cId="0" sldId="262"/>
            <ac:spMk id="5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09:10:36.050" v="83" actId="20577"/>
          <ac:spMkLst>
            <pc:docMk/>
            <pc:sldMk cId="0" sldId="262"/>
            <ac:spMk id="6" creationId="{00000000-0000-0000-0000-000000000000}"/>
          </ac:spMkLst>
        </pc:spChg>
      </pc:sldChg>
      <pc:sldChg chg="del">
        <pc:chgData name="Ettore Cantile" userId="2f5e44afd0b03182" providerId="LiveId" clId="{E1385F0F-24B1-4705-8EF7-8D82C33CA9CE}" dt="2026-09-24T16:05:12.626" v="52" actId="2696"/>
        <pc:sldMkLst>
          <pc:docMk/>
          <pc:sldMk cId="0" sldId="263"/>
        </pc:sldMkLst>
      </pc:sldChg>
      <pc:sldChg chg="modSp mod">
        <pc:chgData name="Ettore Cantile" userId="2f5e44afd0b03182" providerId="LiveId" clId="{E1385F0F-24B1-4705-8EF7-8D82C33CA9CE}" dt="2026-09-25T15:15:50.626" v="378" actId="20577"/>
        <pc:sldMkLst>
          <pc:docMk/>
          <pc:sldMk cId="0" sldId="264"/>
        </pc:sldMkLst>
        <pc:spChg chg="mod">
          <ac:chgData name="Ettore Cantile" userId="2f5e44afd0b03182" providerId="LiveId" clId="{E1385F0F-24B1-4705-8EF7-8D82C33CA9CE}" dt="2026-09-25T15:15:50.626" v="378" actId="20577"/>
          <ac:spMkLst>
            <pc:docMk/>
            <pc:sldMk cId="0" sldId="264"/>
            <ac:spMk id="6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09:20:14.077" v="90" actId="113"/>
          <ac:spMkLst>
            <pc:docMk/>
            <pc:sldMk cId="0" sldId="264"/>
            <ac:spMk id="9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5:10:33.325" v="328" actId="20577"/>
        <pc:sldMkLst>
          <pc:docMk/>
          <pc:sldMk cId="0" sldId="265"/>
        </pc:sldMkLst>
        <pc:spChg chg="mod">
          <ac:chgData name="Ettore Cantile" userId="2f5e44afd0b03182" providerId="LiveId" clId="{E1385F0F-24B1-4705-8EF7-8D82C33CA9CE}" dt="2026-09-25T15:10:33.307" v="327" actId="20577"/>
          <ac:spMkLst>
            <pc:docMk/>
            <pc:sldMk cId="0" sldId="265"/>
            <ac:spMk id="9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5:10:33.325" v="328" actId="20577"/>
          <ac:spMkLst>
            <pc:docMk/>
            <pc:sldMk cId="0" sldId="265"/>
            <ac:spMk id="14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5:17:02.618" v="400" actId="20577"/>
        <pc:sldMkLst>
          <pc:docMk/>
          <pc:sldMk cId="0" sldId="267"/>
        </pc:sldMkLst>
        <pc:spChg chg="mod">
          <ac:chgData name="Ettore Cantile" userId="2f5e44afd0b03182" providerId="LiveId" clId="{E1385F0F-24B1-4705-8EF7-8D82C33CA9CE}" dt="2026-09-25T15:17:02.618" v="400" actId="20577"/>
          <ac:spMkLst>
            <pc:docMk/>
            <pc:sldMk cId="0" sldId="267"/>
            <ac:spMk id="6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4:25:17.961" v="311" actId="20577"/>
        <pc:sldMkLst>
          <pc:docMk/>
          <pc:sldMk cId="0" sldId="269"/>
        </pc:sldMkLst>
        <pc:spChg chg="mod">
          <ac:chgData name="Ettore Cantile" userId="2f5e44afd0b03182" providerId="LiveId" clId="{E1385F0F-24B1-4705-8EF7-8D82C33CA9CE}" dt="2026-09-25T14:24:40.852" v="304" actId="20577"/>
          <ac:spMkLst>
            <pc:docMk/>
            <pc:sldMk cId="0" sldId="269"/>
            <ac:spMk id="8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4:25:17.961" v="311" actId="20577"/>
          <ac:spMkLst>
            <pc:docMk/>
            <pc:sldMk cId="0" sldId="269"/>
            <ac:spMk id="9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5:41:16.588" v="3" actId="947"/>
        <pc:sldMkLst>
          <pc:docMk/>
          <pc:sldMk cId="0" sldId="271"/>
        </pc:sldMkLst>
        <pc:spChg chg="mod">
          <ac:chgData name="Ettore Cantile" userId="2f5e44afd0b03182" providerId="LiveId" clId="{E1385F0F-24B1-4705-8EF7-8D82C33CA9CE}" dt="2026-09-24T15:41:16.588" v="3" actId="947"/>
          <ac:spMkLst>
            <pc:docMk/>
            <pc:sldMk cId="0" sldId="271"/>
            <ac:spMk id="18" creationId="{00000000-0000-0000-0000-000000000000}"/>
          </ac:spMkLst>
        </pc:spChg>
      </pc:sldChg>
      <pc:sldChg chg="del">
        <pc:chgData name="Ettore Cantile" userId="2f5e44afd0b03182" providerId="LiveId" clId="{E1385F0F-24B1-4705-8EF7-8D82C33CA9CE}" dt="2026-09-23T14:04:15.896" v="0" actId="47"/>
        <pc:sldMkLst>
          <pc:docMk/>
          <pc:sldMk cId="0" sldId="274"/>
        </pc:sldMkLst>
      </pc:sldChg>
      <pc:sldChg chg="modSp mod">
        <pc:chgData name="Ettore Cantile" userId="2f5e44afd0b03182" providerId="LiveId" clId="{E1385F0F-24B1-4705-8EF7-8D82C33CA9CE}" dt="2026-09-24T16:05:14.113" v="57" actId="20577"/>
        <pc:sldMkLst>
          <pc:docMk/>
          <pc:sldMk cId="0" sldId="275"/>
        </pc:sldMkLst>
        <pc:spChg chg="mod">
          <ac:chgData name="Ettore Cantile" userId="2f5e44afd0b03182" providerId="LiveId" clId="{E1385F0F-24B1-4705-8EF7-8D82C33CA9CE}" dt="2026-09-24T16:05:14.113" v="57" actId="20577"/>
          <ac:spMkLst>
            <pc:docMk/>
            <pc:sldMk cId="0" sldId="275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6:05:14.217" v="58" actId="20577"/>
        <pc:sldMkLst>
          <pc:docMk/>
          <pc:sldMk cId="0" sldId="276"/>
        </pc:sldMkLst>
        <pc:spChg chg="mod">
          <ac:chgData name="Ettore Cantile" userId="2f5e44afd0b03182" providerId="LiveId" clId="{E1385F0F-24B1-4705-8EF7-8D82C33CA9CE}" dt="2026-09-24T16:05:14.217" v="58" actId="20577"/>
          <ac:spMkLst>
            <pc:docMk/>
            <pc:sldMk cId="0" sldId="276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6:05:14.332" v="59" actId="20577"/>
        <pc:sldMkLst>
          <pc:docMk/>
          <pc:sldMk cId="0" sldId="277"/>
        </pc:sldMkLst>
        <pc:spChg chg="mod">
          <ac:chgData name="Ettore Cantile" userId="2f5e44afd0b03182" providerId="LiveId" clId="{E1385F0F-24B1-4705-8EF7-8D82C33CA9CE}" dt="2026-09-24T16:05:14.332" v="59" actId="20577"/>
          <ac:spMkLst>
            <pc:docMk/>
            <pc:sldMk cId="0" sldId="277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6:05:14.406" v="60" actId="20577"/>
        <pc:sldMkLst>
          <pc:docMk/>
          <pc:sldMk cId="0" sldId="278"/>
        </pc:sldMkLst>
        <pc:spChg chg="mod">
          <ac:chgData name="Ettore Cantile" userId="2f5e44afd0b03182" providerId="LiveId" clId="{E1385F0F-24B1-4705-8EF7-8D82C33CA9CE}" dt="2026-09-24T16:05:14.406" v="60" actId="20577"/>
          <ac:spMkLst>
            <pc:docMk/>
            <pc:sldMk cId="0" sldId="278"/>
            <ac:spMk id="5" creationId="{00000000-0000-0000-0000-000000000000}"/>
          </ac:spMkLst>
        </pc:spChg>
      </pc:sldChg>
      <pc:sldChg chg="modSp del mod">
        <pc:chgData name="Ettore Cantile" userId="2f5e44afd0b03182" providerId="LiveId" clId="{E1385F0F-24B1-4705-8EF7-8D82C33CA9CE}" dt="2026-09-25T15:17:48.142" v="404" actId="47"/>
        <pc:sldMkLst>
          <pc:docMk/>
          <pc:sldMk cId="0" sldId="279"/>
        </pc:sldMkLst>
        <pc:spChg chg="mod">
          <ac:chgData name="Ettore Cantile" userId="2f5e44afd0b03182" providerId="LiveId" clId="{E1385F0F-24B1-4705-8EF7-8D82C33CA9CE}" dt="2026-09-24T16:05:14.466" v="61" actId="20577"/>
          <ac:spMkLst>
            <pc:docMk/>
            <pc:sldMk cId="0" sldId="279"/>
            <ac:spMk id="5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5:17:38.689" v="403" actId="20577"/>
          <ac:spMkLst>
            <pc:docMk/>
            <pc:sldMk cId="0" sldId="279"/>
            <ac:spMk id="6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5:41:16.831" v="6" actId="20577"/>
          <ac:spMkLst>
            <pc:docMk/>
            <pc:sldMk cId="0" sldId="279"/>
            <ac:spMk id="14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5:41:16.770" v="5" actId="947"/>
          <ac:spMkLst>
            <pc:docMk/>
            <pc:sldMk cId="0" sldId="279"/>
            <ac:spMk id="22" creationId="{00000000-0000-0000-0000-000000000000}"/>
          </ac:spMkLst>
        </pc:spChg>
      </pc:sldChg>
      <pc:sldChg chg="modSp add del mod">
        <pc:chgData name="Ettore Cantile" userId="2f5e44afd0b03182" providerId="LiveId" clId="{E1385F0F-24B1-4705-8EF7-8D82C33CA9CE}" dt="2026-09-25T15:15:23.771" v="376" actId="20577"/>
        <pc:sldMkLst>
          <pc:docMk/>
          <pc:sldMk cId="4050059398" sldId="280"/>
        </pc:sldMkLst>
        <pc:spChg chg="mod">
          <ac:chgData name="Ettore Cantile" userId="2f5e44afd0b03182" providerId="LiveId" clId="{E1385F0F-24B1-4705-8EF7-8D82C33CA9CE}" dt="2026-09-24T16:04:51.379" v="11" actId="947"/>
          <ac:spMkLst>
            <pc:docMk/>
            <pc:sldMk cId="4050059398" sldId="280"/>
            <ac:spMk id="3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4:51.396" v="14" actId="947"/>
          <ac:spMkLst>
            <pc:docMk/>
            <pc:sldMk cId="4050059398" sldId="280"/>
            <ac:spMk id="4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951" v="53" actId="20577"/>
          <ac:spMkLst>
            <pc:docMk/>
            <pc:sldMk cId="4050059398" sldId="280"/>
            <ac:spMk id="5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5:15:23.771" v="376" actId="20577"/>
          <ac:spMkLst>
            <pc:docMk/>
            <pc:sldMk cId="4050059398" sldId="280"/>
            <ac:spMk id="6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32.922" v="63"/>
          <ac:spMkLst>
            <pc:docMk/>
            <pc:sldMk cId="4050059398" sldId="280"/>
            <ac:spMk id="7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4:51.414" v="17" actId="947"/>
          <ac:spMkLst>
            <pc:docMk/>
            <pc:sldMk cId="4050059398" sldId="280"/>
            <ac:spMk id="9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23" v="41"/>
          <ac:spMkLst>
            <pc:docMk/>
            <pc:sldMk cId="4050059398" sldId="280"/>
            <ac:spMk id="10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41" v="45"/>
          <ac:spMkLst>
            <pc:docMk/>
            <pc:sldMk cId="4050059398" sldId="280"/>
            <ac:spMk id="11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59" v="49"/>
          <ac:spMkLst>
            <pc:docMk/>
            <pc:sldMk cId="4050059398" sldId="280"/>
            <ac:spMk id="12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32.933" v="65"/>
          <ac:spMkLst>
            <pc:docMk/>
            <pc:sldMk cId="4050059398" sldId="280"/>
            <ac:spMk id="13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4:51.431" v="20" actId="947"/>
          <ac:spMkLst>
            <pc:docMk/>
            <pc:sldMk cId="4050059398" sldId="280"/>
            <ac:spMk id="15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34" v="43"/>
          <ac:spMkLst>
            <pc:docMk/>
            <pc:sldMk cId="4050059398" sldId="280"/>
            <ac:spMk id="16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42" v="47"/>
          <ac:spMkLst>
            <pc:docMk/>
            <pc:sldMk cId="4050059398" sldId="280"/>
            <ac:spMk id="17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61" v="51"/>
          <ac:spMkLst>
            <pc:docMk/>
            <pc:sldMk cId="4050059398" sldId="280"/>
            <ac:spMk id="18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32.939" v="67"/>
          <ac:spMkLst>
            <pc:docMk/>
            <pc:sldMk cId="4050059398" sldId="280"/>
            <ac:spMk id="19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47.995" v="75"/>
          <ac:spMkLst>
            <pc:docMk/>
            <pc:sldMk cId="4050059398" sldId="280"/>
            <ac:spMk id="20" creationId="{00000000-0000-0000-0000-000000000000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ns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8A94A6"/>
              </a:solidFill>
            </c:spPr>
            <c:extLst>
              <c:ext xmlns:c16="http://schemas.microsoft.com/office/drawing/2014/chart" uri="{C3380CC4-5D6E-409C-BE32-E72D297353CC}">
                <c16:uniqueId val="{00000001-B2EE-41DF-BD52-DB8D95671A71}"/>
              </c:ext>
            </c:extLst>
          </c:dPt>
          <c:dPt>
            <c:idx val="1"/>
            <c:invertIfNegative val="1"/>
            <c:bubble3D val="0"/>
            <c:spPr>
              <a:solidFill>
                <a:srgbClr val="C8551E"/>
              </a:solidFill>
            </c:spPr>
            <c:extLst>
              <c:ext xmlns:c16="http://schemas.microsoft.com/office/drawing/2014/chart" uri="{C3380CC4-5D6E-409C-BE32-E72D297353CC}">
                <c16:uniqueId val="{00000003-B2EE-41DF-BD52-DB8D95671A71}"/>
              </c:ext>
            </c:extLst>
          </c:dPt>
          <c:dPt>
            <c:idx val="2"/>
            <c:invertIfNegative val="1"/>
            <c:bubble3D val="0"/>
            <c:spPr>
              <a:solidFill>
                <a:srgbClr val="F09A3E"/>
              </a:solidFill>
            </c:spPr>
            <c:extLst>
              <c:ext xmlns:c16="http://schemas.microsoft.com/office/drawing/2014/chart" uri="{C3380CC4-5D6E-409C-BE32-E72D297353CC}">
                <c16:uniqueId val="{00000005-B2EE-41DF-BD52-DB8D95671A71}"/>
              </c:ext>
            </c:extLst>
          </c:dPt>
          <c:dPt>
            <c:idx val="3"/>
            <c:invertIfNegative val="1"/>
            <c:bubble3D val="0"/>
            <c:spPr>
              <a:solidFill>
                <a:srgbClr val="2E9C8F"/>
              </a:solidFill>
            </c:spPr>
            <c:extLst>
              <c:ext xmlns:c16="http://schemas.microsoft.com/office/drawing/2014/chart" uri="{C3380CC4-5D6E-409C-BE32-E72D297353CC}">
                <c16:uniqueId val="{00000007-B2EE-41DF-BD52-DB8D95671A71}"/>
              </c:ext>
            </c:extLst>
          </c:dPt>
          <c:dPt>
            <c:idx val="4"/>
            <c:invertIfNegative val="1"/>
            <c:bubble3D val="0"/>
            <c:spPr>
              <a:solidFill>
                <a:srgbClr val="1F5F8B"/>
              </a:solidFill>
            </c:spPr>
            <c:extLst>
              <c:ext xmlns:c16="http://schemas.microsoft.com/office/drawing/2014/chart" uri="{C3380CC4-5D6E-409C-BE32-E72D297353CC}">
                <c16:uniqueId val="{00000009-B2EE-41DF-BD52-DB8D95671A71}"/>
              </c:ext>
            </c:extLst>
          </c:dPt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</c:v>
                </c:pt>
                <c:pt idx="1">
                  <c:v>46</c:v>
                </c:pt>
                <c:pt idx="2">
                  <c:v>52</c:v>
                </c:pt>
                <c:pt idx="3">
                  <c:v>194</c:v>
                </c:pt>
                <c:pt idx="4">
                  <c:v>318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A-B2EE-41DF-BD52-DB8D95671A71}"/>
            </c:ext>
          </c:extLst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ms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C0443C"/>
              </a:solidFill>
            </c:spPr>
            <c:extLst>
              <c:ext xmlns:c16="http://schemas.microsoft.com/office/drawing/2014/chart" uri="{C3380CC4-5D6E-409C-BE32-E72D297353CC}">
                <c16:uniqueId val="{00000001-22A5-49AE-B3BE-8258F9514AF6}"/>
              </c:ext>
            </c:extLst>
          </c:dPt>
          <c:dPt>
            <c:idx val="1"/>
            <c:invertIfNegative val="1"/>
            <c:bubble3D val="0"/>
            <c:spPr>
              <a:solidFill>
                <a:srgbClr val="F2B134"/>
              </a:solidFill>
            </c:spPr>
            <c:extLst>
              <c:ext xmlns:c16="http://schemas.microsoft.com/office/drawing/2014/chart" uri="{C3380CC4-5D6E-409C-BE32-E72D297353CC}">
                <c16:uniqueId val="{00000003-22A5-49AE-B3BE-8258F9514AF6}"/>
              </c:ext>
            </c:extLst>
          </c:dPt>
          <c:dPt>
            <c:idx val="2"/>
            <c:invertIfNegative val="1"/>
            <c:bubble3D val="0"/>
            <c:spPr>
              <a:solidFill>
                <a:srgbClr val="E07A2D"/>
              </a:solidFill>
            </c:spPr>
            <c:extLst>
              <c:ext xmlns:c16="http://schemas.microsoft.com/office/drawing/2014/chart" uri="{C3380CC4-5D6E-409C-BE32-E72D297353CC}">
                <c16:uniqueId val="{00000005-22A5-49AE-B3BE-8258F9514AF6}"/>
              </c:ext>
            </c:extLst>
          </c:dPt>
          <c:dPt>
            <c:idx val="3"/>
            <c:invertIfNegative val="1"/>
            <c:bubble3D val="0"/>
            <c:spPr>
              <a:solidFill>
                <a:srgbClr val="2E9C6E"/>
              </a:solidFill>
            </c:spPr>
            <c:extLst>
              <c:ext xmlns:c16="http://schemas.microsoft.com/office/drawing/2014/chart" uri="{C3380CC4-5D6E-409C-BE32-E72D297353CC}">
                <c16:uniqueId val="{00000007-22A5-49AE-B3BE-8258F9514AF6}"/>
              </c:ext>
            </c:extLst>
          </c:dPt>
          <c:cat>
            <c:strRef>
              <c:f>Sheet1!$A$2:$A$5</c:f>
              <c:strCache>
                <c:ptCount val="4"/>
                <c:pt idx="0">
                  <c:v>P2: compila il
programma (una volta)</c:v>
                </c:pt>
                <c:pt idx="1">
                  <c:v>P1: genera e
compila (clang)</c:v>
                </c:pt>
                <c:pt idx="2">
                  <c:v>P1: carica
sul nodo</c:v>
                </c:pt>
                <c:pt idx="3">
                  <c:v>P2 / P3:
scrive la tabella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1524</c:v>
                </c:pt>
                <c:pt idx="1">
                  <c:v>78</c:v>
                </c:pt>
                <c:pt idx="2">
                  <c:v>1.1</c:v>
                </c:pt>
                <c:pt idx="3">
                  <c:v>10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8-22A5-49AE-B3BE-8258F9514AF6}"/>
            </c:ext>
          </c:extLst>
        </c:ser>
        <c:dLbls>
          <c:numFmt formatCode="0.#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logBase val="10"/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millisecondi (scala log)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25</c:v>
                </c:pt>
                <c:pt idx="2">
                  <c:v>52</c:v>
                </c:pt>
                <c:pt idx="3">
                  <c:v>75</c:v>
                </c:pt>
                <c:pt idx="4">
                  <c:v>100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40</c:v>
                </c:pt>
                <c:pt idx="2">
                  <c:v>41</c:v>
                </c:pt>
                <c:pt idx="3">
                  <c:v>42</c:v>
                </c:pt>
                <c:pt idx="4">
                  <c:v>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25</c:v>
                </c:pt>
                <c:pt idx="2">
                  <c:v>52</c:v>
                </c:pt>
                <c:pt idx="3">
                  <c:v>75</c:v>
                </c:pt>
                <c:pt idx="4">
                  <c:v>100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46</c:v>
                </c:pt>
                <c:pt idx="1">
                  <c:v>45</c:v>
                </c:pt>
                <c:pt idx="2">
                  <c:v>46</c:v>
                </c:pt>
                <c:pt idx="3">
                  <c:v>47</c:v>
                </c:pt>
                <c:pt idx="4">
                  <c:v>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25</c:v>
                </c:pt>
                <c:pt idx="2">
                  <c:v>52</c:v>
                </c:pt>
                <c:pt idx="3">
                  <c:v>75</c:v>
                </c:pt>
                <c:pt idx="4">
                  <c:v>100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189</c:v>
                </c:pt>
                <c:pt idx="1">
                  <c:v>188</c:v>
                </c:pt>
                <c:pt idx="2">
                  <c:v>192</c:v>
                </c:pt>
                <c:pt idx="3">
                  <c:v>188</c:v>
                </c:pt>
                <c:pt idx="4">
                  <c:v>189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25</c:v>
                </c:pt>
                <c:pt idx="2">
                  <c:v>52</c:v>
                </c:pt>
                <c:pt idx="3">
                  <c:v>75</c:v>
                </c:pt>
                <c:pt idx="4">
                  <c:v>100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310</c:v>
                </c:pt>
                <c:pt idx="1">
                  <c:v>312</c:v>
                </c:pt>
                <c:pt idx="2">
                  <c:v>312</c:v>
                </c:pt>
                <c:pt idx="3">
                  <c:v>317</c:v>
                </c:pt>
                <c:pt idx="4">
                  <c:v>317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nodi della rete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</c:v>
                </c:pt>
                <c:pt idx="1">
                  <c:v>41</c:v>
                </c:pt>
                <c:pt idx="2">
                  <c:v>52</c:v>
                </c:pt>
                <c:pt idx="3">
                  <c:v>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34</c:v>
                </c:pt>
                <c:pt idx="1">
                  <c:v>46</c:v>
                </c:pt>
                <c:pt idx="2">
                  <c:v>60</c:v>
                </c:pt>
                <c:pt idx="3">
                  <c:v>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178</c:v>
                </c:pt>
                <c:pt idx="1">
                  <c:v>192</c:v>
                </c:pt>
                <c:pt idx="2">
                  <c:v>203</c:v>
                </c:pt>
                <c:pt idx="3">
                  <c:v>216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280</c:v>
                </c:pt>
                <c:pt idx="1">
                  <c:v>314</c:v>
                </c:pt>
                <c:pt idx="2">
                  <c:v>343</c:v>
                </c:pt>
                <c:pt idx="3">
                  <c:v>386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neuroni per strato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solidFill>
              <a:srgbClr val="C8551E"/>
            </a:solidFill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547</c:v>
                </c:pt>
                <c:pt idx="1">
                  <c:v>618</c:v>
                </c:pt>
                <c:pt idx="2">
                  <c:v>663</c:v>
                </c:pt>
                <c:pt idx="3">
                  <c:v>739</c:v>
                </c:pt>
                <c:pt idx="4">
                  <c:v>814</c:v>
                </c:pt>
                <c:pt idx="5">
                  <c:v>874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ADE-4412-B047-C29A6E8602E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solidFill>
              <a:srgbClr val="F09A3E"/>
            </a:solidFill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987</c:v>
                </c:pt>
                <c:pt idx="1">
                  <c:v>1045</c:v>
                </c:pt>
                <c:pt idx="2">
                  <c:v>1106</c:v>
                </c:pt>
                <c:pt idx="3">
                  <c:v>1182</c:v>
                </c:pt>
                <c:pt idx="4">
                  <c:v>1245</c:v>
                </c:pt>
                <c:pt idx="5">
                  <c:v>1313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ADE-4412-B047-C29A6E8602E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0"/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14604</c:v>
                </c:pt>
                <c:pt idx="1">
                  <c:v>15089</c:v>
                </c:pt>
                <c:pt idx="2">
                  <c:v>16813</c:v>
                </c:pt>
                <c:pt idx="3">
                  <c:v>16945</c:v>
                </c:pt>
                <c:pt idx="4">
                  <c:v>17939</c:v>
                </c:pt>
                <c:pt idx="5">
                  <c:v>18937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63F-4696-84CE-A75DF0F0817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solidFill>
              <a:srgbClr val="1F5F8B"/>
            </a:solidFill>
            <a:ln>
              <a:noFill/>
            </a:ln>
          </c:spPr>
          <c:invertIfNegative val="0"/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12288</c:v>
                </c:pt>
                <c:pt idx="1">
                  <c:v>12288</c:v>
                </c:pt>
                <c:pt idx="2">
                  <c:v>12288</c:v>
                </c:pt>
                <c:pt idx="3">
                  <c:v>12288</c:v>
                </c:pt>
                <c:pt idx="4">
                  <c:v>12288</c:v>
                </c:pt>
                <c:pt idx="5">
                  <c:v>12288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63F-4696-84CE-A75DF0F081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logBase val="10"/>
          <c:orientation val="minMax"/>
          <c:max val="30000"/>
          <c:min val="30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100" b="0">
                    <a:solidFill>
                      <a:srgbClr val="6B7C93"/>
                    </a:solidFill>
                    <a:latin typeface="Calibri"/>
                  </a:rPr>
                  <a:t>istruzioni (scala logaritmica)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33</c:v>
                </c:pt>
                <c:pt idx="1">
                  <c:v>41</c:v>
                </c:pt>
                <c:pt idx="2">
                  <c:v>46</c:v>
                </c:pt>
                <c:pt idx="3">
                  <c:v>50</c:v>
                </c:pt>
                <c:pt idx="4">
                  <c:v>56</c:v>
                </c:pt>
                <c:pt idx="5">
                  <c:v>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E24-4E76-9C4E-D1065665183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</c:v>
                </c:pt>
                <c:pt idx="1">
                  <c:v>46</c:v>
                </c:pt>
                <c:pt idx="2">
                  <c:v>51</c:v>
                </c:pt>
                <c:pt idx="3">
                  <c:v>57</c:v>
                </c:pt>
                <c:pt idx="4">
                  <c:v>61</c:v>
                </c:pt>
                <c:pt idx="5">
                  <c:v>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E24-4E76-9C4E-D1065665183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171</c:v>
                </c:pt>
                <c:pt idx="1">
                  <c:v>193</c:v>
                </c:pt>
                <c:pt idx="2">
                  <c:v>220</c:v>
                </c:pt>
                <c:pt idx="3">
                  <c:v>241</c:v>
                </c:pt>
                <c:pt idx="4">
                  <c:v>270</c:v>
                </c:pt>
                <c:pt idx="5">
                  <c:v>300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E24-4E76-9C4E-D1065665183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260</c:v>
                </c:pt>
                <c:pt idx="1">
                  <c:v>317</c:v>
                </c:pt>
                <c:pt idx="2">
                  <c:v>370</c:v>
                </c:pt>
                <c:pt idx="3">
                  <c:v>422</c:v>
                </c:pt>
                <c:pt idx="4">
                  <c:v>467</c:v>
                </c:pt>
                <c:pt idx="5">
                  <c:v>524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E24-4E76-9C4E-D1065665183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</c:v>
                </c:pt>
                <c:pt idx="1">
                  <c:v>54</c:v>
                </c:pt>
                <c:pt idx="2">
                  <c:v>57</c:v>
                </c:pt>
                <c:pt idx="3">
                  <c:v>67</c:v>
                </c:pt>
                <c:pt idx="4">
                  <c:v>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FE9-4682-94BD-8EF69DD99E8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62</c:v>
                </c:pt>
                <c:pt idx="1">
                  <c:v>64</c:v>
                </c:pt>
                <c:pt idx="2">
                  <c:v>63</c:v>
                </c:pt>
                <c:pt idx="3">
                  <c:v>72</c:v>
                </c:pt>
                <c:pt idx="4">
                  <c:v>71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FE9-4682-94BD-8EF69DD99E8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175</c:v>
                </c:pt>
                <c:pt idx="1">
                  <c:v>190</c:v>
                </c:pt>
                <c:pt idx="2">
                  <c:v>207</c:v>
                </c:pt>
                <c:pt idx="3">
                  <c:v>254</c:v>
                </c:pt>
                <c:pt idx="4">
                  <c:v>268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FE9-4682-94BD-8EF69DD99E8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284</c:v>
                </c:pt>
                <c:pt idx="1">
                  <c:v>328</c:v>
                </c:pt>
                <c:pt idx="2">
                  <c:v>358</c:v>
                </c:pt>
                <c:pt idx="3">
                  <c:v>445</c:v>
                </c:pt>
                <c:pt idx="4">
                  <c:v>490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2FE9-4682-94BD-8EF69DD99E8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(a pesi costanti)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0 %</c:v>
                </c:pt>
                <c:pt idx="1">
                  <c:v>25 %</c:v>
                </c:pt>
                <c:pt idx="2">
                  <c:v>50 %</c:v>
                </c:pt>
                <c:pt idx="3">
                  <c:v>75 %</c:v>
                </c:pt>
                <c:pt idx="4">
                  <c:v>90 %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36</c:v>
                </c:pt>
                <c:pt idx="2">
                  <c:v>28</c:v>
                </c:pt>
                <c:pt idx="3">
                  <c:v>23</c:v>
                </c:pt>
                <c:pt idx="4">
                  <c:v>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3E1-43F5-8DA6-A90A1BC77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0 %</c:v>
                </c:pt>
                <c:pt idx="1">
                  <c:v>25 %</c:v>
                </c:pt>
                <c:pt idx="2">
                  <c:v>50 %</c:v>
                </c:pt>
                <c:pt idx="3">
                  <c:v>75 %</c:v>
                </c:pt>
                <c:pt idx="4">
                  <c:v>90 %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45</c:v>
                </c:pt>
                <c:pt idx="1">
                  <c:v>41</c:v>
                </c:pt>
                <c:pt idx="2">
                  <c:v>35</c:v>
                </c:pt>
                <c:pt idx="3">
                  <c:v>31</c:v>
                </c:pt>
                <c:pt idx="4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3E1-43F5-8DA6-A90A1BC77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0 %</c:v>
                </c:pt>
                <c:pt idx="1">
                  <c:v>25 %</c:v>
                </c:pt>
                <c:pt idx="2">
                  <c:v>50 %</c:v>
                </c:pt>
                <c:pt idx="3">
                  <c:v>75 %</c:v>
                </c:pt>
                <c:pt idx="4">
                  <c:v>90 %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188</c:v>
                </c:pt>
                <c:pt idx="1">
                  <c:v>187</c:v>
                </c:pt>
                <c:pt idx="2">
                  <c:v>187</c:v>
                </c:pt>
                <c:pt idx="3">
                  <c:v>187</c:v>
                </c:pt>
                <c:pt idx="4">
                  <c:v>188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3E1-43F5-8DA6-A90A1BC77E9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0 %</c:v>
                </c:pt>
                <c:pt idx="1">
                  <c:v>25 %</c:v>
                </c:pt>
                <c:pt idx="2">
                  <c:v>50 %</c:v>
                </c:pt>
                <c:pt idx="3">
                  <c:v>75 %</c:v>
                </c:pt>
                <c:pt idx="4">
                  <c:v>90 %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307</c:v>
                </c:pt>
                <c:pt idx="1">
                  <c:v>310</c:v>
                </c:pt>
                <c:pt idx="2">
                  <c:v>310</c:v>
                </c:pt>
                <c:pt idx="3">
                  <c:v>311</c:v>
                </c:pt>
                <c:pt idx="4">
                  <c:v>310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63E1-43F5-8DA6-A90A1BC77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pesi uguali a zero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ricevere il frame</c:v>
                </c:pt>
              </c:strCache>
            </c:strRef>
          </c:tx>
          <c:spPr>
            <a:solidFill>
              <a:srgbClr val="B8C2CF"/>
            </a:solidFill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baseline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41</c:v>
                </c:pt>
                <c:pt idx="1">
                  <c:v>41</c:v>
                </c:pt>
                <c:pt idx="2">
                  <c:v>41</c:v>
                </c:pt>
                <c:pt idx="3">
                  <c:v>41</c:v>
                </c:pt>
                <c:pt idx="4">
                  <c:v>41</c:v>
                </c:pt>
                <c:pt idx="5">
                  <c:v>41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529-44DC-BF74-5732F5E01C9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parse, TTL, redirect, accodamento</c:v>
                </c:pt>
              </c:strCache>
            </c:strRef>
          </c:tx>
          <c:spPr>
            <a:solidFill>
              <a:srgbClr val="8A94A6"/>
            </a:solidFill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baseline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25</c:v>
                </c:pt>
                <c:pt idx="2">
                  <c:v>25</c:v>
                </c:pt>
                <c:pt idx="3">
                  <c:v>25</c:v>
                </c:pt>
                <c:pt idx="4">
                  <c:v>25</c:v>
                </c:pt>
                <c:pt idx="5">
                  <c:v>25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529-44DC-BF74-5732F5E01C9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rete neurale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baseline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51</c:v>
                </c:pt>
                <c:pt idx="3">
                  <c:v>58</c:v>
                </c:pt>
                <c:pt idx="4">
                  <c:v>224</c:v>
                </c:pt>
                <c:pt idx="5">
                  <c:v>359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3529-44DC-BF74-5732F5E01C96}"/>
            </c:ext>
          </c:extLst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t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64 byte</c:v>
                </c:pt>
              </c:strCache>
            </c:strRef>
          </c:tx>
          <c:spPr>
            <a:solidFill>
              <a:srgbClr val="C9D3D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</c:v>
                </c:pt>
                <c:pt idx="1">
                  <c:v>118</c:v>
                </c:pt>
                <c:pt idx="2">
                  <c:v>127</c:v>
                </c:pt>
                <c:pt idx="3">
                  <c:v>286</c:v>
                </c:pt>
                <c:pt idx="4">
                  <c:v>419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512 byte</c:v>
                </c:pt>
              </c:strCache>
            </c:strRef>
          </c:tx>
          <c:spPr>
            <a:solidFill>
              <a:srgbClr val="7F93A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66</c:v>
                </c:pt>
                <c:pt idx="1">
                  <c:v>120</c:v>
                </c:pt>
                <c:pt idx="2">
                  <c:v>126</c:v>
                </c:pt>
                <c:pt idx="3">
                  <c:v>284</c:v>
                </c:pt>
                <c:pt idx="4">
                  <c:v>419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1514 byte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66</c:v>
                </c:pt>
                <c:pt idx="1">
                  <c:v>119</c:v>
                </c:pt>
                <c:pt idx="2">
                  <c:v>127</c:v>
                </c:pt>
                <c:pt idx="3">
                  <c:v>287</c:v>
                </c:pt>
                <c:pt idx="4">
                  <c:v>418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600"/>
          <c:min val="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classe 0</c:v>
                </c:pt>
              </c:strCache>
            </c:strRef>
          </c:tx>
          <c:spPr>
            <a:solidFill>
              <a:srgbClr val="C9D3D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64</c:v>
                </c:pt>
                <c:pt idx="1">
                  <c:v>118</c:v>
                </c:pt>
                <c:pt idx="2">
                  <c:v>124</c:v>
                </c:pt>
                <c:pt idx="3">
                  <c:v>274</c:v>
                </c:pt>
                <c:pt idx="4">
                  <c:v>416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DCC1-41C3-B47A-44DD6F14CF9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classe 1</c:v>
                </c:pt>
              </c:strCache>
            </c:strRef>
          </c:tx>
          <c:spPr>
            <a:solidFill>
              <a:srgbClr val="AEBBCB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66</c:v>
                </c:pt>
                <c:pt idx="1">
                  <c:v>118</c:v>
                </c:pt>
                <c:pt idx="2">
                  <c:v>126</c:v>
                </c:pt>
                <c:pt idx="3">
                  <c:v>245</c:v>
                </c:pt>
                <c:pt idx="4">
                  <c:v>418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DCC1-41C3-B47A-44DD6F14CF9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classe 2</c:v>
                </c:pt>
              </c:strCache>
            </c:strRef>
          </c:tx>
          <c:spPr>
            <a:solidFill>
              <a:srgbClr val="8E9FB5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65</c:v>
                </c:pt>
                <c:pt idx="1">
                  <c:v>119</c:v>
                </c:pt>
                <c:pt idx="2">
                  <c:v>127</c:v>
                </c:pt>
                <c:pt idx="3">
                  <c:v>268</c:v>
                </c:pt>
                <c:pt idx="4">
                  <c:v>426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DCC1-41C3-B47A-44DD6F14CF9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classe 3</c:v>
                </c:pt>
              </c:strCache>
            </c:strRef>
          </c:tx>
          <c:spPr>
            <a:solidFill>
              <a:srgbClr val="6C819C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64</c:v>
                </c:pt>
                <c:pt idx="1">
                  <c:v>120</c:v>
                </c:pt>
                <c:pt idx="2">
                  <c:v>126</c:v>
                </c:pt>
                <c:pt idx="3">
                  <c:v>262</c:v>
                </c:pt>
                <c:pt idx="4">
                  <c:v>421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DCC1-41C3-B47A-44DD6F14CF9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classe 4</c:v>
                </c:pt>
              </c:strCache>
            </c:strRef>
          </c:tx>
          <c:spPr>
            <a:solidFill>
              <a:srgbClr val="4A6382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65</c:v>
                </c:pt>
                <c:pt idx="1">
                  <c:v>120</c:v>
                </c:pt>
                <c:pt idx="2">
                  <c:v>126</c:v>
                </c:pt>
                <c:pt idx="3">
                  <c:v>266</c:v>
                </c:pt>
                <c:pt idx="4">
                  <c:v>418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DCC1-41C3-B47A-44DD6F14CF9B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scarta</c:v>
                </c:pt>
              </c:strCache>
            </c:strRef>
          </c:tx>
          <c:spPr>
            <a:solidFill>
              <a:srgbClr val="C0443C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66</c:v>
                </c:pt>
                <c:pt idx="1">
                  <c:v>166</c:v>
                </c:pt>
                <c:pt idx="2">
                  <c:v>176</c:v>
                </c:pt>
                <c:pt idx="3">
                  <c:v>304</c:v>
                </c:pt>
                <c:pt idx="4">
                  <c:v>467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DCC1-41C3-B47A-44DD6F14CF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600"/>
          <c:min val="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0,5</c:v>
                </c:pt>
                <c:pt idx="1">
                  <c:v>1</c:v>
                </c:pt>
                <c:pt idx="2">
                  <c:v>1,5</c:v>
                </c:pt>
                <c:pt idx="3">
                  <c:v>2</c:v>
                </c:pt>
                <c:pt idx="4">
                  <c:v>2,5</c:v>
                </c:pt>
                <c:pt idx="5">
                  <c:v>3</c:v>
                </c:pt>
                <c:pt idx="6">
                  <c:v>3,5</c:v>
                </c:pt>
                <c:pt idx="7">
                  <c:v>4</c:v>
                </c:pt>
                <c:pt idx="8">
                  <c:v>5</c:v>
                </c:pt>
                <c:pt idx="9">
                  <c:v>6</c:v>
                </c:pt>
                <c:pt idx="10">
                  <c:v>7</c:v>
                </c:pt>
                <c:pt idx="11">
                  <c:v>8</c:v>
                </c:pt>
                <c:pt idx="12">
                  <c:v>9</c:v>
                </c:pt>
                <c:pt idx="13">
                  <c:v>10</c:v>
                </c:pt>
                <c:pt idx="14">
                  <c:v>11</c:v>
                </c:pt>
                <c:pt idx="15">
                  <c:v>12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0.5</c:v>
                </c:pt>
                <c:pt idx="1">
                  <c:v>1</c:v>
                </c:pt>
                <c:pt idx="2">
                  <c:v>1.5</c:v>
                </c:pt>
                <c:pt idx="3">
                  <c:v>2</c:v>
                </c:pt>
                <c:pt idx="4">
                  <c:v>2.5</c:v>
                </c:pt>
                <c:pt idx="5">
                  <c:v>3</c:v>
                </c:pt>
                <c:pt idx="6">
                  <c:v>3.5</c:v>
                </c:pt>
                <c:pt idx="7">
                  <c:v>4</c:v>
                </c:pt>
                <c:pt idx="8">
                  <c:v>5</c:v>
                </c:pt>
                <c:pt idx="9">
                  <c:v>5.98</c:v>
                </c:pt>
                <c:pt idx="10">
                  <c:v>6.95</c:v>
                </c:pt>
                <c:pt idx="11">
                  <c:v>7.88</c:v>
                </c:pt>
                <c:pt idx="12">
                  <c:v>8.51</c:v>
                </c:pt>
                <c:pt idx="13">
                  <c:v>8.57</c:v>
                </c:pt>
                <c:pt idx="14">
                  <c:v>8.61</c:v>
                </c:pt>
                <c:pt idx="15">
                  <c:v>8.66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0,5</c:v>
                </c:pt>
                <c:pt idx="1">
                  <c:v>1</c:v>
                </c:pt>
                <c:pt idx="2">
                  <c:v>1,5</c:v>
                </c:pt>
                <c:pt idx="3">
                  <c:v>2</c:v>
                </c:pt>
                <c:pt idx="4">
                  <c:v>2,5</c:v>
                </c:pt>
                <c:pt idx="5">
                  <c:v>3</c:v>
                </c:pt>
                <c:pt idx="6">
                  <c:v>3,5</c:v>
                </c:pt>
                <c:pt idx="7">
                  <c:v>4</c:v>
                </c:pt>
                <c:pt idx="8">
                  <c:v>5</c:v>
                </c:pt>
                <c:pt idx="9">
                  <c:v>6</c:v>
                </c:pt>
                <c:pt idx="10">
                  <c:v>7</c:v>
                </c:pt>
                <c:pt idx="11">
                  <c:v>8</c:v>
                </c:pt>
                <c:pt idx="12">
                  <c:v>9</c:v>
                </c:pt>
                <c:pt idx="13">
                  <c:v>10</c:v>
                </c:pt>
                <c:pt idx="14">
                  <c:v>11</c:v>
                </c:pt>
                <c:pt idx="15">
                  <c:v>12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0.5</c:v>
                </c:pt>
                <c:pt idx="1">
                  <c:v>1</c:v>
                </c:pt>
                <c:pt idx="2">
                  <c:v>1.5</c:v>
                </c:pt>
                <c:pt idx="3">
                  <c:v>2</c:v>
                </c:pt>
                <c:pt idx="4">
                  <c:v>2.5</c:v>
                </c:pt>
                <c:pt idx="5">
                  <c:v>3</c:v>
                </c:pt>
                <c:pt idx="6">
                  <c:v>3.5</c:v>
                </c:pt>
                <c:pt idx="7">
                  <c:v>4</c:v>
                </c:pt>
                <c:pt idx="8">
                  <c:v>5</c:v>
                </c:pt>
                <c:pt idx="9">
                  <c:v>5.98</c:v>
                </c:pt>
                <c:pt idx="10">
                  <c:v>6.93</c:v>
                </c:pt>
                <c:pt idx="11">
                  <c:v>7.96</c:v>
                </c:pt>
                <c:pt idx="12">
                  <c:v>8.09</c:v>
                </c:pt>
                <c:pt idx="13">
                  <c:v>8.11</c:v>
                </c:pt>
                <c:pt idx="14">
                  <c:v>8.14</c:v>
                </c:pt>
                <c:pt idx="15">
                  <c:v>8.17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0,5</c:v>
                </c:pt>
                <c:pt idx="1">
                  <c:v>1</c:v>
                </c:pt>
                <c:pt idx="2">
                  <c:v>1,5</c:v>
                </c:pt>
                <c:pt idx="3">
                  <c:v>2</c:v>
                </c:pt>
                <c:pt idx="4">
                  <c:v>2,5</c:v>
                </c:pt>
                <c:pt idx="5">
                  <c:v>3</c:v>
                </c:pt>
                <c:pt idx="6">
                  <c:v>3,5</c:v>
                </c:pt>
                <c:pt idx="7">
                  <c:v>4</c:v>
                </c:pt>
                <c:pt idx="8">
                  <c:v>5</c:v>
                </c:pt>
                <c:pt idx="9">
                  <c:v>6</c:v>
                </c:pt>
                <c:pt idx="10">
                  <c:v>7</c:v>
                </c:pt>
                <c:pt idx="11">
                  <c:v>8</c:v>
                </c:pt>
                <c:pt idx="12">
                  <c:v>9</c:v>
                </c:pt>
                <c:pt idx="13">
                  <c:v>10</c:v>
                </c:pt>
                <c:pt idx="14">
                  <c:v>11</c:v>
                </c:pt>
                <c:pt idx="15">
                  <c:v>12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0.5</c:v>
                </c:pt>
                <c:pt idx="1">
                  <c:v>1</c:v>
                </c:pt>
                <c:pt idx="2">
                  <c:v>1.5</c:v>
                </c:pt>
                <c:pt idx="3">
                  <c:v>2</c:v>
                </c:pt>
                <c:pt idx="4">
                  <c:v>2.5</c:v>
                </c:pt>
                <c:pt idx="5">
                  <c:v>3</c:v>
                </c:pt>
                <c:pt idx="6">
                  <c:v>3.4</c:v>
                </c:pt>
                <c:pt idx="7">
                  <c:v>3.45</c:v>
                </c:pt>
                <c:pt idx="8">
                  <c:v>3.4</c:v>
                </c:pt>
                <c:pt idx="9">
                  <c:v>3.41</c:v>
                </c:pt>
                <c:pt idx="10">
                  <c:v>3.41</c:v>
                </c:pt>
                <c:pt idx="11">
                  <c:v>3.45</c:v>
                </c:pt>
                <c:pt idx="12">
                  <c:v>3.42</c:v>
                </c:pt>
                <c:pt idx="13">
                  <c:v>3.43</c:v>
                </c:pt>
                <c:pt idx="14">
                  <c:v>3.42</c:v>
                </c:pt>
                <c:pt idx="15">
                  <c:v>3.41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0,5</c:v>
                </c:pt>
                <c:pt idx="1">
                  <c:v>1</c:v>
                </c:pt>
                <c:pt idx="2">
                  <c:v>1,5</c:v>
                </c:pt>
                <c:pt idx="3">
                  <c:v>2</c:v>
                </c:pt>
                <c:pt idx="4">
                  <c:v>2,5</c:v>
                </c:pt>
                <c:pt idx="5">
                  <c:v>3</c:v>
                </c:pt>
                <c:pt idx="6">
                  <c:v>3,5</c:v>
                </c:pt>
                <c:pt idx="7">
                  <c:v>4</c:v>
                </c:pt>
                <c:pt idx="8">
                  <c:v>5</c:v>
                </c:pt>
                <c:pt idx="9">
                  <c:v>6</c:v>
                </c:pt>
                <c:pt idx="10">
                  <c:v>7</c:v>
                </c:pt>
                <c:pt idx="11">
                  <c:v>8</c:v>
                </c:pt>
                <c:pt idx="12">
                  <c:v>9</c:v>
                </c:pt>
                <c:pt idx="13">
                  <c:v>10</c:v>
                </c:pt>
                <c:pt idx="14">
                  <c:v>11</c:v>
                </c:pt>
                <c:pt idx="15">
                  <c:v>12</c:v>
                </c:pt>
              </c:strCache>
            </c:strRef>
          </c:cat>
          <c:val>
            <c:numRef>
              <c:f>Sheet1!$E$2:$E$17</c:f>
              <c:numCache>
                <c:formatCode>General</c:formatCode>
                <c:ptCount val="16"/>
                <c:pt idx="0">
                  <c:v>0.5</c:v>
                </c:pt>
                <c:pt idx="1">
                  <c:v>1</c:v>
                </c:pt>
                <c:pt idx="2">
                  <c:v>1.5</c:v>
                </c:pt>
                <c:pt idx="3">
                  <c:v>2</c:v>
                </c:pt>
                <c:pt idx="4">
                  <c:v>2.36</c:v>
                </c:pt>
                <c:pt idx="5">
                  <c:v>2.35</c:v>
                </c:pt>
                <c:pt idx="6">
                  <c:v>2.37</c:v>
                </c:pt>
                <c:pt idx="7">
                  <c:v>2.34</c:v>
                </c:pt>
                <c:pt idx="8">
                  <c:v>2.34</c:v>
                </c:pt>
                <c:pt idx="9">
                  <c:v>2.34</c:v>
                </c:pt>
                <c:pt idx="10">
                  <c:v>2.33</c:v>
                </c:pt>
                <c:pt idx="11">
                  <c:v>2.35</c:v>
                </c:pt>
                <c:pt idx="12">
                  <c:v>2.35</c:v>
                </c:pt>
                <c:pt idx="13">
                  <c:v>2.34</c:v>
                </c:pt>
                <c:pt idx="14">
                  <c:v>2.36</c:v>
                </c:pt>
                <c:pt idx="15">
                  <c:v>2.33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M pacchetti/s chiesti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 pacchetti/s inoltrati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0,5</c:v>
                </c:pt>
                <c:pt idx="1">
                  <c:v>1</c:v>
                </c:pt>
                <c:pt idx="2">
                  <c:v>1,5</c:v>
                </c:pt>
                <c:pt idx="3">
                  <c:v>2</c:v>
                </c:pt>
                <c:pt idx="4">
                  <c:v>2,5</c:v>
                </c:pt>
                <c:pt idx="5">
                  <c:v>3</c:v>
                </c:pt>
                <c:pt idx="6">
                  <c:v>3,5</c:v>
                </c:pt>
                <c:pt idx="7">
                  <c:v>4</c:v>
                </c:pt>
                <c:pt idx="8">
                  <c:v>5</c:v>
                </c:pt>
                <c:pt idx="9">
                  <c:v>6</c:v>
                </c:pt>
                <c:pt idx="10">
                  <c:v>7</c:v>
                </c:pt>
                <c:pt idx="11">
                  <c:v>8</c:v>
                </c:pt>
                <c:pt idx="12">
                  <c:v>9</c:v>
                </c:pt>
                <c:pt idx="13">
                  <c:v>10</c:v>
                </c:pt>
                <c:pt idx="14">
                  <c:v>11</c:v>
                </c:pt>
                <c:pt idx="15">
                  <c:v>12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0.5</c:v>
                </c:pt>
                <c:pt idx="1">
                  <c:v>1</c:v>
                </c:pt>
                <c:pt idx="2">
                  <c:v>1.5</c:v>
                </c:pt>
                <c:pt idx="3">
                  <c:v>2</c:v>
                </c:pt>
                <c:pt idx="4">
                  <c:v>2.5</c:v>
                </c:pt>
                <c:pt idx="5">
                  <c:v>3</c:v>
                </c:pt>
                <c:pt idx="6">
                  <c:v>3.5</c:v>
                </c:pt>
                <c:pt idx="7">
                  <c:v>4</c:v>
                </c:pt>
                <c:pt idx="8">
                  <c:v>5</c:v>
                </c:pt>
                <c:pt idx="9">
                  <c:v>5.98</c:v>
                </c:pt>
                <c:pt idx="10">
                  <c:v>6.14</c:v>
                </c:pt>
                <c:pt idx="11">
                  <c:v>6.16</c:v>
                </c:pt>
                <c:pt idx="12">
                  <c:v>6.23</c:v>
                </c:pt>
                <c:pt idx="13">
                  <c:v>6.18</c:v>
                </c:pt>
                <c:pt idx="14">
                  <c:v>6.22</c:v>
                </c:pt>
                <c:pt idx="15">
                  <c:v>6.24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0,5</c:v>
                </c:pt>
                <c:pt idx="1">
                  <c:v>1</c:v>
                </c:pt>
                <c:pt idx="2">
                  <c:v>1,5</c:v>
                </c:pt>
                <c:pt idx="3">
                  <c:v>2</c:v>
                </c:pt>
                <c:pt idx="4">
                  <c:v>2,5</c:v>
                </c:pt>
                <c:pt idx="5">
                  <c:v>3</c:v>
                </c:pt>
                <c:pt idx="6">
                  <c:v>3,5</c:v>
                </c:pt>
                <c:pt idx="7">
                  <c:v>4</c:v>
                </c:pt>
                <c:pt idx="8">
                  <c:v>5</c:v>
                </c:pt>
                <c:pt idx="9">
                  <c:v>6</c:v>
                </c:pt>
                <c:pt idx="10">
                  <c:v>7</c:v>
                </c:pt>
                <c:pt idx="11">
                  <c:v>8</c:v>
                </c:pt>
                <c:pt idx="12">
                  <c:v>9</c:v>
                </c:pt>
                <c:pt idx="13">
                  <c:v>10</c:v>
                </c:pt>
                <c:pt idx="14">
                  <c:v>11</c:v>
                </c:pt>
                <c:pt idx="15">
                  <c:v>12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0.5</c:v>
                </c:pt>
                <c:pt idx="1">
                  <c:v>1</c:v>
                </c:pt>
                <c:pt idx="2">
                  <c:v>1.5</c:v>
                </c:pt>
                <c:pt idx="3">
                  <c:v>2</c:v>
                </c:pt>
                <c:pt idx="4">
                  <c:v>2.5</c:v>
                </c:pt>
                <c:pt idx="5">
                  <c:v>3</c:v>
                </c:pt>
                <c:pt idx="6">
                  <c:v>3.5</c:v>
                </c:pt>
                <c:pt idx="7">
                  <c:v>4</c:v>
                </c:pt>
                <c:pt idx="8">
                  <c:v>5</c:v>
                </c:pt>
                <c:pt idx="9">
                  <c:v>5.64</c:v>
                </c:pt>
                <c:pt idx="10">
                  <c:v>5.71</c:v>
                </c:pt>
                <c:pt idx="11">
                  <c:v>5.74</c:v>
                </c:pt>
                <c:pt idx="12">
                  <c:v>5.76</c:v>
                </c:pt>
                <c:pt idx="13">
                  <c:v>5.77</c:v>
                </c:pt>
                <c:pt idx="14">
                  <c:v>5.78</c:v>
                </c:pt>
                <c:pt idx="15">
                  <c:v>5.81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0,5</c:v>
                </c:pt>
                <c:pt idx="1">
                  <c:v>1</c:v>
                </c:pt>
                <c:pt idx="2">
                  <c:v>1,5</c:v>
                </c:pt>
                <c:pt idx="3">
                  <c:v>2</c:v>
                </c:pt>
                <c:pt idx="4">
                  <c:v>2,5</c:v>
                </c:pt>
                <c:pt idx="5">
                  <c:v>3</c:v>
                </c:pt>
                <c:pt idx="6">
                  <c:v>3,5</c:v>
                </c:pt>
                <c:pt idx="7">
                  <c:v>4</c:v>
                </c:pt>
                <c:pt idx="8">
                  <c:v>5</c:v>
                </c:pt>
                <c:pt idx="9">
                  <c:v>6</c:v>
                </c:pt>
                <c:pt idx="10">
                  <c:v>7</c:v>
                </c:pt>
                <c:pt idx="11">
                  <c:v>8</c:v>
                </c:pt>
                <c:pt idx="12">
                  <c:v>9</c:v>
                </c:pt>
                <c:pt idx="13">
                  <c:v>10</c:v>
                </c:pt>
                <c:pt idx="14">
                  <c:v>11</c:v>
                </c:pt>
                <c:pt idx="15">
                  <c:v>12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0.5</c:v>
                </c:pt>
                <c:pt idx="1">
                  <c:v>1</c:v>
                </c:pt>
                <c:pt idx="2">
                  <c:v>1.5</c:v>
                </c:pt>
                <c:pt idx="3">
                  <c:v>2</c:v>
                </c:pt>
                <c:pt idx="4">
                  <c:v>2.5</c:v>
                </c:pt>
                <c:pt idx="5">
                  <c:v>2.76</c:v>
                </c:pt>
                <c:pt idx="6">
                  <c:v>2.76</c:v>
                </c:pt>
                <c:pt idx="7">
                  <c:v>2.76</c:v>
                </c:pt>
                <c:pt idx="8">
                  <c:v>2.77</c:v>
                </c:pt>
                <c:pt idx="9">
                  <c:v>2.78</c:v>
                </c:pt>
                <c:pt idx="10">
                  <c:v>2.78</c:v>
                </c:pt>
                <c:pt idx="11">
                  <c:v>2.78</c:v>
                </c:pt>
                <c:pt idx="12">
                  <c:v>2.79</c:v>
                </c:pt>
                <c:pt idx="13">
                  <c:v>2.81</c:v>
                </c:pt>
                <c:pt idx="14">
                  <c:v>2.8</c:v>
                </c:pt>
                <c:pt idx="15">
                  <c:v>2.79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0,5</c:v>
                </c:pt>
                <c:pt idx="1">
                  <c:v>1</c:v>
                </c:pt>
                <c:pt idx="2">
                  <c:v>1,5</c:v>
                </c:pt>
                <c:pt idx="3">
                  <c:v>2</c:v>
                </c:pt>
                <c:pt idx="4">
                  <c:v>2,5</c:v>
                </c:pt>
                <c:pt idx="5">
                  <c:v>3</c:v>
                </c:pt>
                <c:pt idx="6">
                  <c:v>3,5</c:v>
                </c:pt>
                <c:pt idx="7">
                  <c:v>4</c:v>
                </c:pt>
                <c:pt idx="8">
                  <c:v>5</c:v>
                </c:pt>
                <c:pt idx="9">
                  <c:v>6</c:v>
                </c:pt>
                <c:pt idx="10">
                  <c:v>7</c:v>
                </c:pt>
                <c:pt idx="11">
                  <c:v>8</c:v>
                </c:pt>
                <c:pt idx="12">
                  <c:v>9</c:v>
                </c:pt>
                <c:pt idx="13">
                  <c:v>10</c:v>
                </c:pt>
                <c:pt idx="14">
                  <c:v>11</c:v>
                </c:pt>
                <c:pt idx="15">
                  <c:v>12</c:v>
                </c:pt>
              </c:strCache>
            </c:strRef>
          </c:cat>
          <c:val>
            <c:numRef>
              <c:f>Sheet1!$E$2:$E$17</c:f>
              <c:numCache>
                <c:formatCode>General</c:formatCode>
                <c:ptCount val="16"/>
                <c:pt idx="0">
                  <c:v>0.5</c:v>
                </c:pt>
                <c:pt idx="1">
                  <c:v>1</c:v>
                </c:pt>
                <c:pt idx="2">
                  <c:v>1.5</c:v>
                </c:pt>
                <c:pt idx="3">
                  <c:v>1.9</c:v>
                </c:pt>
                <c:pt idx="4">
                  <c:v>1.9</c:v>
                </c:pt>
                <c:pt idx="5">
                  <c:v>1.91</c:v>
                </c:pt>
                <c:pt idx="6">
                  <c:v>1.91</c:v>
                </c:pt>
                <c:pt idx="7">
                  <c:v>1.9</c:v>
                </c:pt>
                <c:pt idx="8">
                  <c:v>1.92</c:v>
                </c:pt>
                <c:pt idx="9">
                  <c:v>1.92</c:v>
                </c:pt>
                <c:pt idx="10">
                  <c:v>1.92</c:v>
                </c:pt>
                <c:pt idx="11">
                  <c:v>1.92</c:v>
                </c:pt>
                <c:pt idx="12">
                  <c:v>1.92</c:v>
                </c:pt>
                <c:pt idx="13">
                  <c:v>1.93</c:v>
                </c:pt>
                <c:pt idx="14">
                  <c:v>1.92</c:v>
                </c:pt>
                <c:pt idx="15">
                  <c:v>1.93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M pacchetti/s chiesti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 pacchetti/s inoltrati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113</c:v>
                </c:pt>
                <c:pt idx="1">
                  <c:v>116</c:v>
                </c:pt>
                <c:pt idx="2">
                  <c:v>119</c:v>
                </c:pt>
                <c:pt idx="3">
                  <c:v>124</c:v>
                </c:pt>
                <c:pt idx="4">
                  <c:v>125</c:v>
                </c:pt>
                <c:pt idx="5">
                  <c:v>132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121</c:v>
                </c:pt>
                <c:pt idx="1">
                  <c:v>128</c:v>
                </c:pt>
                <c:pt idx="2">
                  <c:v>131</c:v>
                </c:pt>
                <c:pt idx="3">
                  <c:v>132</c:v>
                </c:pt>
                <c:pt idx="4">
                  <c:v>134</c:v>
                </c:pt>
                <c:pt idx="5">
                  <c:v>138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264</c:v>
                </c:pt>
                <c:pt idx="1">
                  <c:v>287</c:v>
                </c:pt>
                <c:pt idx="2">
                  <c:v>329</c:v>
                </c:pt>
                <c:pt idx="3">
                  <c:v>344</c:v>
                </c:pt>
                <c:pt idx="4">
                  <c:v>368</c:v>
                </c:pt>
                <c:pt idx="5">
                  <c:v>396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351</c:v>
                </c:pt>
                <c:pt idx="1">
                  <c:v>421</c:v>
                </c:pt>
                <c:pt idx="2">
                  <c:v>486</c:v>
                </c:pt>
                <c:pt idx="3">
                  <c:v>545</c:v>
                </c:pt>
                <c:pt idx="4">
                  <c:v>595</c:v>
                </c:pt>
                <c:pt idx="5">
                  <c:v>652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di CPU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113</c:v>
                </c:pt>
                <c:pt idx="1">
                  <c:v>104</c:v>
                </c:pt>
                <c:pt idx="2">
                  <c:v>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120</c:v>
                </c:pt>
                <c:pt idx="1">
                  <c:v>112</c:v>
                </c:pt>
                <c:pt idx="2">
                  <c:v>106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295</c:v>
                </c:pt>
                <c:pt idx="1">
                  <c:v>298</c:v>
                </c:pt>
                <c:pt idx="2">
                  <c:v>298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420</c:v>
                </c:pt>
                <c:pt idx="1">
                  <c:v>424</c:v>
                </c:pt>
                <c:pt idx="2">
                  <c:v>423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pesi uguali a zero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di CPU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15.27</c:v>
                </c:pt>
                <c:pt idx="1">
                  <c:v>8.56</c:v>
                </c:pt>
                <c:pt idx="2">
                  <c:v>8.04</c:v>
                </c:pt>
                <c:pt idx="3">
                  <c:v>3.45</c:v>
                </c:pt>
                <c:pt idx="4">
                  <c:v>2.36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9.39</c:v>
                </c:pt>
                <c:pt idx="1">
                  <c:v>6.35</c:v>
                </c:pt>
                <c:pt idx="2">
                  <c:v>5.84</c:v>
                </c:pt>
                <c:pt idx="3">
                  <c:v>2.83</c:v>
                </c:pt>
                <c:pt idx="4">
                  <c:v>1.94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3.29</c:v>
                </c:pt>
                <c:pt idx="1">
                  <c:v>3.1</c:v>
                </c:pt>
                <c:pt idx="2">
                  <c:v>2.91</c:v>
                </c:pt>
                <c:pt idx="3">
                  <c:v>1.57</c:v>
                </c:pt>
                <c:pt idx="4">
                  <c:v>1.1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numFmt formatCode="0.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 pacchetti/s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66</c:v>
                </c:pt>
                <c:pt idx="1">
                  <c:v>117</c:v>
                </c:pt>
                <c:pt idx="2">
                  <c:v>124</c:v>
                </c:pt>
                <c:pt idx="3">
                  <c:v>290</c:v>
                </c:pt>
                <c:pt idx="4">
                  <c:v>425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106</c:v>
                </c:pt>
                <c:pt idx="1">
                  <c:v>158</c:v>
                </c:pt>
                <c:pt idx="2">
                  <c:v>171</c:v>
                </c:pt>
                <c:pt idx="3">
                  <c:v>354</c:v>
                </c:pt>
                <c:pt idx="4">
                  <c:v>515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283</c:v>
                </c:pt>
                <c:pt idx="1">
                  <c:v>322</c:v>
                </c:pt>
                <c:pt idx="2">
                  <c:v>343</c:v>
                </c:pt>
                <c:pt idx="3">
                  <c:v>636</c:v>
                </c:pt>
                <c:pt idx="4">
                  <c:v>908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di CPU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ns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9AA5B1"/>
              </a:solidFill>
            </c:spPr>
            <c:extLst>
              <c:ext xmlns:c16="http://schemas.microsoft.com/office/drawing/2014/chart" uri="{C3380CC4-5D6E-409C-BE32-E72D297353CC}">
                <c16:uniqueId val="{00000001-B2EE-41DF-BD52-DB8D95671A71}"/>
              </c:ext>
            </c:extLst>
          </c:dPt>
          <c:dPt>
            <c:idx val="1"/>
            <c:invertIfNegative val="1"/>
            <c:bubble3D val="0"/>
            <c:spPr>
              <a:solidFill>
                <a:srgbClr val="C8551E"/>
              </a:solidFill>
            </c:spPr>
            <c:extLst>
              <c:ext xmlns:c16="http://schemas.microsoft.com/office/drawing/2014/chart" uri="{C3380CC4-5D6E-409C-BE32-E72D297353CC}">
                <c16:uniqueId val="{00000003-B2EE-41DF-BD52-DB8D95671A71}"/>
              </c:ext>
            </c:extLst>
          </c:dPt>
          <c:dPt>
            <c:idx val="2"/>
            <c:invertIfNegative val="1"/>
            <c:bubble3D val="0"/>
            <c:spPr>
              <a:solidFill>
                <a:srgbClr val="F09A3E"/>
              </a:solidFill>
            </c:spPr>
            <c:extLst>
              <c:ext xmlns:c16="http://schemas.microsoft.com/office/drawing/2014/chart" uri="{C3380CC4-5D6E-409C-BE32-E72D297353CC}">
                <c16:uniqueId val="{00000005-B2EE-41DF-BD52-DB8D95671A71}"/>
              </c:ext>
            </c:extLst>
          </c:dPt>
          <c:dPt>
            <c:idx val="3"/>
            <c:invertIfNegative val="1"/>
            <c:bubble3D val="0"/>
            <c:spPr>
              <a:solidFill>
                <a:srgbClr val="2E9C8F"/>
              </a:solidFill>
            </c:spPr>
            <c:extLst>
              <c:ext xmlns:c16="http://schemas.microsoft.com/office/drawing/2014/chart" uri="{C3380CC4-5D6E-409C-BE32-E72D297353CC}">
                <c16:uniqueId val="{00000007-B2EE-41DF-BD52-DB8D95671A71}"/>
              </c:ext>
            </c:extLst>
          </c:dPt>
          <c:dPt>
            <c:idx val="4"/>
            <c:invertIfNegative val="1"/>
            <c:bubble3D val="0"/>
            <c:spPr>
              <a:solidFill>
                <a:srgbClr val="1F5F8B"/>
              </a:solidFill>
            </c:spPr>
            <c:extLst>
              <c:ext xmlns:c16="http://schemas.microsoft.com/office/drawing/2014/chart" uri="{C3380CC4-5D6E-409C-BE32-E72D297353CC}">
                <c16:uniqueId val="{00000009-B2EE-41DF-BD52-DB8D95671A71}"/>
              </c:ext>
            </c:extLst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>
                    <a:solidFill>
                      <a:srgbClr val="222B36"/>
                    </a:solidFill>
                    <a:latin typeface="Calibri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</c:v>
                </c:pt>
                <c:pt idx="1">
                  <c:v>46</c:v>
                </c:pt>
                <c:pt idx="2">
                  <c:v>52</c:v>
                </c:pt>
                <c:pt idx="3">
                  <c:v>194</c:v>
                </c:pt>
                <c:pt idx="4">
                  <c:v>318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A-B2EE-41DF-BD52-DB8D95671A7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00">
          <a:latin typeface="Calibri"/>
        </a:defRPr>
      </a:pPr>
      <a:endParaRPr lang="it-IT"/>
    </a:p>
  </c:txPr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2.7</c:v>
                </c:pt>
                <c:pt idx="1">
                  <c:v>3.0</c:v>
                </c:pt>
                <c:pt idx="2">
                  <c:v>3.3</c:v>
                </c:pt>
                <c:pt idx="3">
                  <c:v>4.5</c:v>
                </c:pt>
                <c:pt idx="4">
                  <c:v>4.4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1.7</c:v>
                </c:pt>
                <c:pt idx="1">
                  <c:v>2.3</c:v>
                </c:pt>
                <c:pt idx="2">
                  <c:v>2.4</c:v>
                </c:pt>
                <c:pt idx="3">
                  <c:v>3.7</c:v>
                </c:pt>
                <c:pt idx="4">
                  <c:v>3.7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0.8</c:v>
                </c:pt>
                <c:pt idx="1">
                  <c:v>1.5</c:v>
                </c:pt>
                <c:pt idx="2">
                  <c:v>1.7</c:v>
                </c:pt>
                <c:pt idx="3">
                  <c:v>2.9</c:v>
                </c:pt>
                <c:pt idx="4">
                  <c:v>2.9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numFmt formatCode="0.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istruzioni per ciclo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caricate</c:v>
                </c:pt>
              </c:strCache>
            </c:strRef>
          </c:tx>
          <c:spPr>
            <a:solidFill>
              <a:srgbClr val="B8C2C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135</c:v>
                </c:pt>
                <c:pt idx="1">
                  <c:v>606</c:v>
                </c:pt>
                <c:pt idx="2">
                  <c:v>1019</c:v>
                </c:pt>
                <c:pt idx="3">
                  <c:v>15089</c:v>
                </c:pt>
                <c:pt idx="4">
                  <c:v>12288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eseguite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606</c:v>
                </c:pt>
                <c:pt idx="1">
                  <c:v>1220</c:v>
                </c:pt>
                <c:pt idx="2">
                  <c:v>1426</c:v>
                </c:pt>
                <c:pt idx="3">
                  <c:v>4556</c:v>
                </c:pt>
                <c:pt idx="4">
                  <c:v>6573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dLbls>
          <c:numFmt formatCode="#,##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istruzioni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606</c:v>
                </c:pt>
                <c:pt idx="1">
                  <c:v>1220</c:v>
                </c:pt>
                <c:pt idx="2">
                  <c:v>1426</c:v>
                </c:pt>
                <c:pt idx="3">
                  <c:v>4556</c:v>
                </c:pt>
                <c:pt idx="4">
                  <c:v>6573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DCC1-41C3-B47A-44DD6F14CF9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607</c:v>
                </c:pt>
                <c:pt idx="1">
                  <c:v>1223</c:v>
                </c:pt>
                <c:pt idx="2">
                  <c:v>1430</c:v>
                </c:pt>
                <c:pt idx="3">
                  <c:v>4556</c:v>
                </c:pt>
                <c:pt idx="4">
                  <c:v>6573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DCC1-41C3-B47A-44DD6F14CF9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620</c:v>
                </c:pt>
                <c:pt idx="1">
                  <c:v>1225</c:v>
                </c:pt>
                <c:pt idx="2">
                  <c:v>1432</c:v>
                </c:pt>
                <c:pt idx="3">
                  <c:v>4557</c:v>
                </c:pt>
                <c:pt idx="4">
                  <c:v>6576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DCC1-41C3-B47A-44DD6F14CF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istruzioni eseguite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parte fissa del nodo</c:v>
                </c:pt>
              </c:strCache>
            </c:strRef>
          </c:tx>
          <c:spPr>
            <a:solidFill>
              <a:srgbClr val="8A94A6"/>
            </a:solidFill>
            <a:ln>
              <a:noFill/>
            </a:ln>
          </c:spPr>
          <c:invertIfNegative val="1"/>
          <c:cat>
            <c:strRef>
              <c:f>Sheet1!$A$2:$A$11</c:f>
              <c:strCache>
                <c:ptCount val="10"/>
                <c:pt idx="0">
                  <c:v>baseline · P</c:v>
                </c:pt>
                <c:pt idx="1">
                  <c:v>baseline · E</c:v>
                </c:pt>
                <c:pt idx="2">
                  <c:v>P1 · P</c:v>
                </c:pt>
                <c:pt idx="3">
                  <c:v>P1 · E</c:v>
                </c:pt>
                <c:pt idx="4">
                  <c:v>P1.5 · P</c:v>
                </c:pt>
                <c:pt idx="5">
                  <c:v>P1.5 · E</c:v>
                </c:pt>
                <c:pt idx="6">
                  <c:v>P2 · P</c:v>
                </c:pt>
                <c:pt idx="7">
                  <c:v>P2 · E</c:v>
                </c:pt>
                <c:pt idx="8">
                  <c:v>P3 · P</c:v>
                </c:pt>
                <c:pt idx="9">
                  <c:v>P3 · 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225</c:v>
                </c:pt>
                <c:pt idx="1">
                  <c:v>360</c:v>
                </c:pt>
                <c:pt idx="2">
                  <c:v>225</c:v>
                </c:pt>
                <c:pt idx="3">
                  <c:v>360</c:v>
                </c:pt>
                <c:pt idx="4">
                  <c:v>225</c:v>
                </c:pt>
                <c:pt idx="5">
                  <c:v>360</c:v>
                </c:pt>
                <c:pt idx="6">
                  <c:v>225</c:v>
                </c:pt>
                <c:pt idx="7">
                  <c:v>360</c:v>
                </c:pt>
                <c:pt idx="8">
                  <c:v>225</c:v>
                </c:pt>
                <c:pt idx="9">
                  <c:v>360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529-44DC-BF74-5732F5E01C9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rete neurale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Sheet1!$A$2:$A$11</c:f>
              <c:strCache>
                <c:ptCount val="10"/>
                <c:pt idx="0">
                  <c:v>baseline · P</c:v>
                </c:pt>
                <c:pt idx="1">
                  <c:v>baseline · E</c:v>
                </c:pt>
                <c:pt idx="2">
                  <c:v>P1 · P</c:v>
                </c:pt>
                <c:pt idx="3">
                  <c:v>P1 · E</c:v>
                </c:pt>
                <c:pt idx="4">
                  <c:v>P1.5 · P</c:v>
                </c:pt>
                <c:pt idx="5">
                  <c:v>P1.5 · E</c:v>
                </c:pt>
                <c:pt idx="6">
                  <c:v>P2 · P</c:v>
                </c:pt>
                <c:pt idx="7">
                  <c:v>P2 · E</c:v>
                </c:pt>
                <c:pt idx="8">
                  <c:v>P3 · P</c:v>
                </c:pt>
                <c:pt idx="9">
                  <c:v>P3 · E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177</c:v>
                </c:pt>
                <c:pt idx="3">
                  <c:v>180</c:v>
                </c:pt>
                <c:pt idx="4">
                  <c:v>207</c:v>
                </c:pt>
                <c:pt idx="5">
                  <c:v>227</c:v>
                </c:pt>
                <c:pt idx="6">
                  <c:v>788</c:v>
                </c:pt>
                <c:pt idx="7">
                  <c:v>864</c:v>
                </c:pt>
                <c:pt idx="8">
                  <c:v>1258</c:v>
                </c:pt>
                <c:pt idx="9">
                  <c:v>1425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529-44DC-BF74-5732F5E01C96}"/>
            </c:ext>
          </c:extLst>
        </c:ser>
        <c:dLbls>
          <c:numFmt formatCode="0;;;" sourceLinked="0"/>
          <c:txPr>
            <a:bodyPr/>
            <a:lstStyle/>
            <a:p>
              <a:pPr>
                <a:defRPr sz="800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t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cicli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14.0</c:v>
                </c:pt>
                <c:pt idx="1">
                  <c:v>18.1</c:v>
                </c:pt>
                <c:pt idx="2">
                  <c:v>18.5</c:v>
                </c:pt>
                <c:pt idx="3">
                  <c:v>19.3</c:v>
                </c:pt>
                <c:pt idx="4">
                  <c:v>16.1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numFmt formatCode="0;;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mancate dell'ultimo livello di cache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225</c:v>
                </c:pt>
                <c:pt idx="1">
                  <c:v>402</c:v>
                </c:pt>
                <c:pt idx="2">
                  <c:v>432</c:v>
                </c:pt>
                <c:pt idx="3">
                  <c:v>1013</c:v>
                </c:pt>
                <c:pt idx="4">
                  <c:v>1483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360</c:v>
                </c:pt>
                <c:pt idx="1">
                  <c:v>540</c:v>
                </c:pt>
                <c:pt idx="2">
                  <c:v>587</c:v>
                </c:pt>
                <c:pt idx="3">
                  <c:v>1224</c:v>
                </c:pt>
                <c:pt idx="4">
                  <c:v>1785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733</c:v>
                </c:pt>
                <c:pt idx="1">
                  <c:v>804</c:v>
                </c:pt>
                <c:pt idx="2">
                  <c:v>857</c:v>
                </c:pt>
                <c:pt idx="3">
                  <c:v>1587</c:v>
                </c:pt>
                <c:pt idx="4">
                  <c:v>2266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cicli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1 core</c:v>
                </c:pt>
              </c:strCache>
            </c:strRef>
          </c:tx>
          <c:spPr>
            <a:solidFill>
              <a:srgbClr val="B8C2C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15.27</c:v>
                </c:pt>
                <c:pt idx="1">
                  <c:v>8.56</c:v>
                </c:pt>
                <c:pt idx="2">
                  <c:v>8.04</c:v>
                </c:pt>
                <c:pt idx="3">
                  <c:v>3.45</c:v>
                </c:pt>
                <c:pt idx="4">
                  <c:v>2.36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 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29.11</c:v>
                </c:pt>
                <c:pt idx="1">
                  <c:v>17.46</c:v>
                </c:pt>
                <c:pt idx="2">
                  <c:v>16.19</c:v>
                </c:pt>
                <c:pt idx="3">
                  <c:v>6.63</c:v>
                </c:pt>
                <c:pt idx="4">
                  <c:v>4.6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dLbls>
          <c:numFmt formatCode="0.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 pacchetti/s, P-core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1 core</c:v>
                </c:pt>
              </c:strCache>
            </c:strRef>
          </c:tx>
          <c:spPr>
            <a:solidFill>
              <a:srgbClr val="B8C2C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9.39</c:v>
                </c:pt>
                <c:pt idx="1">
                  <c:v>6.35</c:v>
                </c:pt>
                <c:pt idx="2">
                  <c:v>5.84</c:v>
                </c:pt>
                <c:pt idx="3">
                  <c:v>2.83</c:v>
                </c:pt>
                <c:pt idx="4">
                  <c:v>1.94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 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19.09</c:v>
                </c:pt>
                <c:pt idx="1">
                  <c:v>12.74</c:v>
                </c:pt>
                <c:pt idx="2">
                  <c:v>11.71</c:v>
                </c:pt>
                <c:pt idx="3">
                  <c:v>5.6</c:v>
                </c:pt>
                <c:pt idx="4">
                  <c:v>3.84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dLbls>
          <c:numFmt formatCode="0.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 pacchetti/s, E-core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il programma (T2−T1)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Sheet1!$A$2:$A$11</c:f>
              <c:strCache>
                <c:ptCount val="10"/>
                <c:pt idx="0">
                  <c:v>baseline · P</c:v>
                </c:pt>
                <c:pt idx="1">
                  <c:v>baseline · E</c:v>
                </c:pt>
                <c:pt idx="2">
                  <c:v>P1 · P</c:v>
                </c:pt>
                <c:pt idx="3">
                  <c:v>P1 · E</c:v>
                </c:pt>
                <c:pt idx="4">
                  <c:v>P1.5 · P</c:v>
                </c:pt>
                <c:pt idx="5">
                  <c:v>P1.5 · E</c:v>
                </c:pt>
                <c:pt idx="6">
                  <c:v>P2 · P</c:v>
                </c:pt>
                <c:pt idx="7">
                  <c:v>P2 · E</c:v>
                </c:pt>
                <c:pt idx="8">
                  <c:v>P3 · P</c:v>
                </c:pt>
                <c:pt idx="9">
                  <c:v>P3 · 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26</c:v>
                </c:pt>
                <c:pt idx="1">
                  <c:v>28</c:v>
                </c:pt>
                <c:pt idx="2">
                  <c:v>60</c:v>
                </c:pt>
                <c:pt idx="3">
                  <c:v>72</c:v>
                </c:pt>
                <c:pt idx="4">
                  <c:v>69</c:v>
                </c:pt>
                <c:pt idx="5">
                  <c:v>84</c:v>
                </c:pt>
                <c:pt idx="6">
                  <c:v>216</c:v>
                </c:pt>
                <c:pt idx="7">
                  <c:v>266</c:v>
                </c:pt>
                <c:pt idx="8">
                  <c:v>331</c:v>
                </c:pt>
                <c:pt idx="9">
                  <c:v>434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232-4638-86FE-31F41BC7383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il trasporto (T3−T2)</c:v>
                </c:pt>
              </c:strCache>
            </c:strRef>
          </c:tx>
          <c:spPr>
            <a:solidFill>
              <a:srgbClr val="AEB8C6"/>
            </a:solidFill>
            <a:ln>
              <a:noFill/>
            </a:ln>
          </c:spPr>
          <c:invertIfNegative val="1"/>
          <c:cat>
            <c:strRef>
              <c:f>Sheet1!$A$2:$A$11</c:f>
              <c:strCache>
                <c:ptCount val="10"/>
                <c:pt idx="0">
                  <c:v>baseline · P</c:v>
                </c:pt>
                <c:pt idx="1">
                  <c:v>baseline · E</c:v>
                </c:pt>
                <c:pt idx="2">
                  <c:v>P1 · P</c:v>
                </c:pt>
                <c:pt idx="3">
                  <c:v>P1 · E</c:v>
                </c:pt>
                <c:pt idx="4">
                  <c:v>P1.5 · P</c:v>
                </c:pt>
                <c:pt idx="5">
                  <c:v>P1.5 · E</c:v>
                </c:pt>
                <c:pt idx="6">
                  <c:v>P2 · P</c:v>
                </c:pt>
                <c:pt idx="7">
                  <c:v>P2 · E</c:v>
                </c:pt>
                <c:pt idx="8">
                  <c:v>P3 · P</c:v>
                </c:pt>
                <c:pt idx="9">
                  <c:v>P3 · E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206</c:v>
                </c:pt>
                <c:pt idx="1">
                  <c:v>240</c:v>
                </c:pt>
                <c:pt idx="2">
                  <c:v>207</c:v>
                </c:pt>
                <c:pt idx="3">
                  <c:v>243</c:v>
                </c:pt>
                <c:pt idx="4">
                  <c:v>208</c:v>
                </c:pt>
                <c:pt idx="5">
                  <c:v>240</c:v>
                </c:pt>
                <c:pt idx="6">
                  <c:v>218</c:v>
                </c:pt>
                <c:pt idx="7">
                  <c:v>253</c:v>
                </c:pt>
                <c:pt idx="8">
                  <c:v>222</c:v>
                </c:pt>
                <c:pt idx="9">
                  <c:v>256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232-4638-86FE-31F41BC7383B}"/>
            </c:ext>
          </c:extLst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t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1149</c:v>
                </c:pt>
                <c:pt idx="1">
                  <c:v>1210</c:v>
                </c:pt>
                <c:pt idx="2">
                  <c:v>1264</c:v>
                </c:pt>
                <c:pt idx="3">
                  <c:v>1330</c:v>
                </c:pt>
                <c:pt idx="4">
                  <c:v>1372</c:v>
                </c:pt>
                <c:pt idx="5">
                  <c:v>1439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1358</c:v>
                </c:pt>
                <c:pt idx="1">
                  <c:v>1416</c:v>
                </c:pt>
                <c:pt idx="2">
                  <c:v>1476</c:v>
                </c:pt>
                <c:pt idx="3">
                  <c:v>1539</c:v>
                </c:pt>
                <c:pt idx="4">
                  <c:v>1575</c:v>
                </c:pt>
                <c:pt idx="5">
                  <c:v>1640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4092</c:v>
                </c:pt>
                <c:pt idx="1">
                  <c:v>4558</c:v>
                </c:pt>
                <c:pt idx="2">
                  <c:v>5157</c:v>
                </c:pt>
                <c:pt idx="3">
                  <c:v>5450</c:v>
                </c:pt>
                <c:pt idx="4">
                  <c:v>6059</c:v>
                </c:pt>
                <c:pt idx="5">
                  <c:v>6550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5488</c:v>
                </c:pt>
                <c:pt idx="1">
                  <c:v>6576</c:v>
                </c:pt>
                <c:pt idx="2">
                  <c:v>7663</c:v>
                </c:pt>
                <c:pt idx="3">
                  <c:v>8759</c:v>
                </c:pt>
                <c:pt idx="4">
                  <c:v>9856</c:v>
                </c:pt>
                <c:pt idx="5">
                  <c:v>10952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istruzioni eseguite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P3 · P-core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351</c:v>
                </c:pt>
                <c:pt idx="1">
                  <c:v>421</c:v>
                </c:pt>
                <c:pt idx="2">
                  <c:v>486</c:v>
                </c:pt>
                <c:pt idx="3">
                  <c:v>545</c:v>
                </c:pt>
                <c:pt idx="4">
                  <c:v>595</c:v>
                </c:pt>
                <c:pt idx="5">
                  <c:v>652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P3 · E-core</c:v>
                </c:pt>
              </c:strCache>
            </c:strRef>
          </c:tx>
          <c:spPr>
            <a:ln w="28575">
              <a:solidFill>
                <a:srgbClr val="1F5F8B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447</c:v>
                </c:pt>
                <c:pt idx="1">
                  <c:v>517</c:v>
                </c:pt>
                <c:pt idx="2">
                  <c:v>591</c:v>
                </c:pt>
                <c:pt idx="3">
                  <c:v>665</c:v>
                </c:pt>
                <c:pt idx="4">
                  <c:v>730</c:v>
                </c:pt>
                <c:pt idx="5">
                  <c:v>801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 · P-core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264</c:v>
                </c:pt>
                <c:pt idx="1">
                  <c:v>287</c:v>
                </c:pt>
                <c:pt idx="2">
                  <c:v>329</c:v>
                </c:pt>
                <c:pt idx="3">
                  <c:v>344</c:v>
                </c:pt>
                <c:pt idx="4">
                  <c:v>368</c:v>
                </c:pt>
                <c:pt idx="5">
                  <c:v>396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P2 · E-core</c:v>
                </c:pt>
              </c:strCache>
            </c:strRef>
          </c:tx>
          <c:spPr>
            <a:ln w="28575">
              <a:solidFill>
                <a:srgbClr val="2E9C8F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328</c:v>
                </c:pt>
                <c:pt idx="1">
                  <c:v>355</c:v>
                </c:pt>
                <c:pt idx="2">
                  <c:v>394</c:v>
                </c:pt>
                <c:pt idx="3">
                  <c:v>403</c:v>
                </c:pt>
                <c:pt idx="4">
                  <c:v>442</c:v>
                </c:pt>
                <c:pt idx="5">
                  <c:v>470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di CPU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104</c:v>
                </c:pt>
                <c:pt idx="1">
                  <c:v>115</c:v>
                </c:pt>
                <c:pt idx="2">
                  <c:v>124</c:v>
                </c:pt>
                <c:pt idx="3">
                  <c:v>145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114</c:v>
                </c:pt>
                <c:pt idx="1">
                  <c:v>124</c:v>
                </c:pt>
                <c:pt idx="2">
                  <c:v>138</c:v>
                </c:pt>
                <c:pt idx="3">
                  <c:v>158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282</c:v>
                </c:pt>
                <c:pt idx="1">
                  <c:v>295</c:v>
                </c:pt>
                <c:pt idx="2">
                  <c:v>301</c:v>
                </c:pt>
                <c:pt idx="3">
                  <c:v>315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391</c:v>
                </c:pt>
                <c:pt idx="1">
                  <c:v>445</c:v>
                </c:pt>
                <c:pt idx="2">
                  <c:v>452</c:v>
                </c:pt>
                <c:pt idx="3">
                  <c:v>496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P3 · E-core</c:v>
                </c:pt>
              </c:strCache>
            </c:strRef>
          </c:tx>
          <c:spPr>
            <a:ln w="28575">
              <a:solidFill>
                <a:srgbClr val="1F5F8B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496</c:v>
                </c:pt>
                <c:pt idx="1">
                  <c:v>519</c:v>
                </c:pt>
                <c:pt idx="2">
                  <c:v>555</c:v>
                </c:pt>
                <c:pt idx="3">
                  <c:v>588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neuroni per strato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di CPU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128</c:v>
                </c:pt>
                <c:pt idx="1">
                  <c:v>125</c:v>
                </c:pt>
                <c:pt idx="2">
                  <c:v>130</c:v>
                </c:pt>
                <c:pt idx="3">
                  <c:v>135</c:v>
                </c:pt>
                <c:pt idx="4">
                  <c:v>135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137</c:v>
                </c:pt>
                <c:pt idx="1">
                  <c:v>141</c:v>
                </c:pt>
                <c:pt idx="2">
                  <c:v>144</c:v>
                </c:pt>
                <c:pt idx="3">
                  <c:v>148</c:v>
                </c:pt>
                <c:pt idx="4">
                  <c:v>147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276</c:v>
                </c:pt>
                <c:pt idx="1">
                  <c:v>299</c:v>
                </c:pt>
                <c:pt idx="2">
                  <c:v>318</c:v>
                </c:pt>
                <c:pt idx="3">
                  <c:v>368</c:v>
                </c:pt>
                <c:pt idx="4">
                  <c:v>373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380</c:v>
                </c:pt>
                <c:pt idx="1">
                  <c:v>433</c:v>
                </c:pt>
                <c:pt idx="2">
                  <c:v>480</c:v>
                </c:pt>
                <c:pt idx="3">
                  <c:v>581</c:v>
                </c:pt>
                <c:pt idx="4">
                  <c:v>607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P3 · E-core</c:v>
                </c:pt>
              </c:strCache>
            </c:strRef>
          </c:tx>
          <c:spPr>
            <a:ln w="28575">
              <a:solidFill>
                <a:srgbClr val="1F5F8B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476</c:v>
                </c:pt>
                <c:pt idx="1">
                  <c:v>537</c:v>
                </c:pt>
                <c:pt idx="2">
                  <c:v>595</c:v>
                </c:pt>
                <c:pt idx="3">
                  <c:v>705</c:v>
                </c:pt>
                <c:pt idx="4">
                  <c:v>740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strati, a ~592 pesi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di CPU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3879A1-F61F-48C8-BDB5-E7C8A8D88EAE}" type="datetimeFigureOut">
              <a:rPr lang="it-IT" smtClean="0"/>
              <a:t>25/09/2026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E7E320-C24E-445B-B52B-8A723E9346E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070359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E7E320-C24E-445B-B52B-8A723E9346E3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436696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Relationship Id="rId3" Type="http://schemas.openxmlformats.org/officeDocument/2006/relationships/chart" Target="../charts/chart2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7.xml"/><Relationship Id="rId3" Type="http://schemas.openxmlformats.org/officeDocument/2006/relationships/chart" Target="../charts/chart1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Relationship Id="rId3" Type="http://schemas.openxmlformats.org/officeDocument/2006/relationships/chart" Target="../charts/chart2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Relationship Id="rId3" Type="http://schemas.openxmlformats.org/officeDocument/2006/relationships/chart" Target="../charts/chart2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Relationship Id="rId3" Type="http://schemas.openxmlformats.org/officeDocument/2006/relationships/chart" Target="../charts/char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6.xml"/><Relationship Id="rId3" Type="http://schemas.openxmlformats.org/officeDocument/2006/relationships/chart" Target="../charts/chart2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Relationship Id="rId3" Type="http://schemas.openxmlformats.org/officeDocument/2006/relationships/chart" Target="../charts/char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Relationship Id="rId3" Type="http://schemas.openxmlformats.org/officeDocument/2006/relationships/chart" Target="../charts/char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9.xml"/><Relationship Id="rId3" Type="http://schemas.openxmlformats.org/officeDocument/2006/relationships/chart" Target="../charts/chart3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1.xml"/><Relationship Id="rId3" Type="http://schemas.openxmlformats.org/officeDocument/2006/relationships/chart" Target="../charts/chart3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 i="0">
                <a:solidFill>
                  <a:srgbClr val="F2B134"/>
                </a:solidFill>
                <a:latin typeface="Calibri"/>
              </a:rPr>
              <a:t>TESI  ·  EBPF / XDP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327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Inferenza di una rete neurale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nel kernel Linux con eBPF/XDP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96012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0" i="0">
                <a:solidFill>
                  <a:srgbClr val="D6DEE9"/>
                </a:solidFill>
                <a:latin typeface="Calibri"/>
              </a:rPr>
              <a:t>Quattro versioni della stessa rete neurale, misurate sul traffico vero: quanto costa un pacchetto, quante istruzioni esegue, e che cosa cambia da un P-core a un E-core.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892040"/>
            <a:ext cx="2011680" cy="457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7315200" cy="6567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 dirty="0">
                <a:solidFill>
                  <a:srgbClr val="FFFFFF"/>
                </a:solidFill>
                <a:latin typeface="Calibri"/>
              </a:rPr>
              <a:t>Ettore Cantile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 dirty="0">
                <a:solidFill>
                  <a:srgbClr val="FFFFFF"/>
                </a:solidFill>
                <a:latin typeface="Calibri"/>
              </a:rPr>
              <a:t>ottobre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LE QUATTRO VERSIONI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Stessa rete, quattro modi di scriverla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Arancione = già noto quando si compila  ·  verde = letto mentre il nodo gira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 i="0">
                <a:solidFill>
                  <a:srgbClr val="222B36"/>
                </a:solidFill>
                <a:latin typeface="Calibri"/>
              </a:rPr>
              <a:t>Tutte e quattro calcolano la stessa rete e prendono la stessa decisione. Cambia solo </a:t>
            </a:r>
            <a:r>
              <a:rPr sz="1800" b="1" i="0">
                <a:solidFill>
                  <a:srgbClr val="222B36"/>
                </a:solidFill>
                <a:latin typeface="Calibri"/>
              </a:rPr>
              <a:t>quanto sanno già</a:t>
            </a:r>
            <a:r>
              <a:rPr sz="1800" b="0" i="0">
                <a:solidFill>
                  <a:srgbClr val="222B36"/>
                </a:solidFill>
                <a:latin typeface="Calibri"/>
              </a:rPr>
              <a:t> quando vengono compilate.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4511093"/>
              </p:ext>
            </p:extLst>
          </p:nvPr>
        </p:nvGraphicFramePr>
        <p:xfrm>
          <a:off x="548640" y="2148840"/>
          <a:ext cx="11064236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695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76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967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76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750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76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Nodo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Porte del nodo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Pesi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Forma della rete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Profondità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P1  ·  p1_static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compilato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compilabili *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compilati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P1.5  ·  hardcoded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tutte previste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compilati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P2  ·  template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tutte previste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entro limiti fissi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P3  ·  modular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tutte previste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7548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222B36"/>
                </a:solidFill>
                <a:latin typeface="Calibri"/>
              </a:rPr>
              <a:t>*</a:t>
            </a:r>
            <a:r>
              <a:rPr sz="1300" b="0" i="0">
                <a:solidFill>
                  <a:srgbClr val="222B36"/>
                </a:solidFill>
                <a:latin typeface="Calibri"/>
              </a:rPr>
              <a:t> Solo P1 statica può congelare anche </a:t>
            </a:r>
            <a:r>
              <a:rPr sz="1300" b="1" i="0">
                <a:solidFill>
                  <a:srgbClr val="222B36"/>
                </a:solidFill>
                <a:latin typeface="Calibri"/>
              </a:rPr>
              <a:t>quali interfacce il nodo ha davvero</a:t>
            </a:r>
            <a:r>
              <a:rPr sz="1300" b="0" i="0">
                <a:solidFill>
                  <a:srgbClr val="222B36"/>
                </a:solidFill>
                <a:latin typeface="Calibri"/>
              </a:rPr>
              <a:t>: le colonne dei collegamenti che non esistono non vengono generate (se un link è su o giù resta letto a runtime). Serve il nodo congelato, perché le porte dipendono da quale nodo si è. Nelle misure è usato solo nell'asse «porte presenti»; altrove P1 statica congela </a:t>
            </a:r>
            <a:r>
              <a:rPr sz="1300" b="1" i="0">
                <a:solidFill>
                  <a:srgbClr val="222B36"/>
                </a:solidFill>
                <a:latin typeface="Calibri"/>
              </a:rPr>
              <a:t>solo il nodo</a:t>
            </a:r>
            <a:r>
              <a:rPr sz="13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53212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5532120"/>
            <a:ext cx="1054577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Più informazioni sposto dalla compilazione all'esecuzione, più il programma diventa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riutilizzabile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 — e più cresce il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costo per pacchetto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NODO SOTTO TRAFFICO · P-CORE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Quanto costa un pacchetto al nodo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3 giri, 64 byte, nodo su un P-core a 3,5 GHz, controllo di validità superato  ·  stessa sessione per tutte le righe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17320"/>
          <a:ext cx="722376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955279" y="1554480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955279" y="1554480"/>
            <a:ext cx="82296" cy="914400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83879" y="1664208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1600200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66 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103120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15,3 M pacchetti/s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2578608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955279" y="2578608"/>
            <a:ext cx="82296" cy="914400"/>
          </a:xfrm>
          <a:prstGeom prst="rect">
            <a:avLst/>
          </a:prstGeom>
          <a:solidFill>
            <a:srgbClr val="F0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83879" y="2688336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P1 / P1.5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2624328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117–124 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3127248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8,6 / 8,0 M pacchetti/s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3602736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955279" y="3602736"/>
            <a:ext cx="82296" cy="914400"/>
          </a:xfrm>
          <a:prstGeom prst="rect">
            <a:avLst/>
          </a:prstGeom>
          <a:solidFill>
            <a:srgbClr val="2E9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83879" y="3712464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648456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290 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4151376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3,45 M pacchetti/s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4626864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955279" y="4626864"/>
            <a:ext cx="82296" cy="914400"/>
          </a:xfrm>
          <a:prstGeom prst="rect">
            <a:avLst/>
          </a:prstGeom>
          <a:solidFill>
            <a:srgbClr val="1F5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83879" y="4736592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4672584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425 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5175504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2,4 M pacchetti/s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669280"/>
            <a:ext cx="11094415" cy="6858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48640" y="5669280"/>
            <a:ext cx="82296" cy="6858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5669280"/>
            <a:ext cx="967709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Ricevere e inoltrare costano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~66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. La rete neurale aggiunge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~50–60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con i pesi compilati,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~225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se la forma è letta da tabella,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~360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se anche la profondità: un nodo regge da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8,6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2,4 milioni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di pacchetti al secondo per core, e due core il 95–100 % del doppio.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NUOVO ASSETTO · LE ISTRUZIONI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Quanto è grande il programma non dice quanto lavora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Caricate: BPF_PROG_TEST_RUN, istruzioni del programma  ·  eseguite: contatori hardware del core del nodo sotto traffico, per pacchetto, nodo saturo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Caricate contro eseguite.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P2 ne carica 15 089 e ne esegue 4 556; P3 ne carica meno (12 288) e ne esegue di più (6 573).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Stesse istruzioni su ogni core.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Lo stesso codice: le istruzioni per pacchetto coincidono entro il 2%.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La dimensione del programma misura quanto è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grande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, non quanto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lavora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contano le istruzioni eseguite, comprese ricezione e redirect del kernel. Fra un core e l'altro le istruzioni non cambiano: cambia quante ne esegue il core per ciclo.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NUOVO ASSETTO · P-CORE, E-CORE, LP E-CORE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Su un E-core il nodo regge dal 61 all'82 % del P-core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P-core e E-core a 3,5 GHz, LP E-core a 2,5 GHz; generatore e uscita su P-core  ·  * LP E-core, baseline: nodo non saturo, limite inferiore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Milioni di pacchetti al secondo.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Baseline 15,3 → 9,4 → 3,3*; P3 2,4 → 1,9 → 1,1.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ns di CPU per pacchetto.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Baseline +60% sull'E-core, l'inferenza di P3 solo +14%.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A parità di frequenza l'E-core è più lento soprattutto nel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lavoro di rete del kernel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più la pipeline è pesante, meno pesa la differenza (0,61× la baseline, 0,82× P2 e P3). Il LP E-core (fuori dalla L3, 2,5 GHz) regge il 36–47 %.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NUOVO ASSETTO · ISTRUZIONI PER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Stesse istruzioni, meno istruzioni per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 err="1">
                <a:solidFill>
                  <a:srgbClr val="6B7C93"/>
                </a:solidFill>
                <a:latin typeface="Calibri"/>
              </a:rPr>
              <a:t>Contatori hardware (perf_event_open) sul core del nodo, nella stessa finestra dei pacchetti  ·  nodo saturo  ·  istruzioni per ciclo nel grafico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554480"/>
          <a:ext cx="6035040" cy="4663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66560" y="1737360"/>
          <a:ext cx="4937758" cy="2286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193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43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96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Istruzioni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Cicli P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Cicli 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 statica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1 220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402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540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P1.5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1 426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432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587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4 556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1 013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1 224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6 573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1 483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 dirty="0">
                          <a:solidFill>
                            <a:srgbClr val="222B36"/>
                          </a:solidFill>
                          <a:latin typeface="Calibri"/>
                        </a:rPr>
                        <a:t>1 785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766560" y="4160520"/>
            <a:ext cx="4937760" cy="20574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766560" y="4160520"/>
            <a:ext cx="82296" cy="20574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40880" y="42336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4526280"/>
            <a:ext cx="448056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Le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istruzioni per pacchetto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sono le stesse su ogni core: il codice non cambia. Cambia l'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IPC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: 2,7 → 1,7 per la baseline (lavoro di rete, salti, memoria), 4,4 → 3,7 per P3 (aritmetica lineare). Il LP E-core ha 14–19 mancate di cache per pacchetto.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NUOVO ASSETTO · DOVE L'E-CORE PERDE TEMPO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L'E-core rallenta il nodo, non la rete neurale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Cicli per pacchetto dai contatori hardware, a 3,5 GHz  ·  parte fissa = cicli della baseline, rete neurale = cicli della pipeline meno la baseline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17320"/>
          <a:ext cx="72237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955279" y="1554480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955279" y="1554480"/>
            <a:ext cx="82296" cy="914400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83879" y="1664208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parte fissa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1600200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+60%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103120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225 → 360 cicli, P → 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2578608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955279" y="2578608"/>
            <a:ext cx="82296" cy="914400"/>
          </a:xfrm>
          <a:prstGeom prst="rect">
            <a:avLst/>
          </a:prstGeom>
          <a:solidFill>
            <a:srgbClr val="F0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83879" y="2688336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rete, 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2624328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+2%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3127248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177 → 180 cicli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3602736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955279" y="3602736"/>
            <a:ext cx="82296" cy="914400"/>
          </a:xfrm>
          <a:prstGeom prst="rect">
            <a:avLst/>
          </a:prstGeom>
          <a:solidFill>
            <a:srgbClr val="2E9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83879" y="3712464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rete, P2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648456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+10%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4151376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788 → 864 cicli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4626864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955279" y="4626864"/>
            <a:ext cx="82296" cy="914400"/>
          </a:xfrm>
          <a:prstGeom prst="rect">
            <a:avLst/>
          </a:prstGeom>
          <a:solidFill>
            <a:srgbClr val="1F5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83879" y="4736592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rete, P3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4672584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+13%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5175504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1 258 → 1 425 cicli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669280"/>
            <a:ext cx="11094415" cy="6858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48640" y="5669280"/>
            <a:ext cx="82296" cy="6858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5669280"/>
            <a:ext cx="967709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Ricevere, inoltrare e restituire la pagina è lavoro del kernel con salti e memoria: l'E-core lo esegue 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IPC 1,7 invece di 2,7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. L'aritmetica della rete è una fila di moltiplicazioni, e l'E-core la esegue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quasi altrettanto bene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NUOVO ASSETTO · IL LP E-CORE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LP E-core paga anche la memoria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Contatori hardware del core del nodo, per pacchetto, nodo saturo  ·  LP E-core a 2,5 GHz, fuori dalla L3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Mancate di cache.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Zero sul P-core e sull'E-core; 14–19 per pacchetto sul LP E-core, fuori dalla L3.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Cicli per pacchetto.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P3: 1 483 → 1 785 → 2 266; in tempo 425 → 515 → 908 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LP E-core sta su un'altra parte del chip: i pacchetti scritti dal generatore gli arrivano dalla memoria. Fra memoria, IPC più basso (0,8–2,9) e 2,5 GHz regge il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36–47%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del P-core sulle pipeline.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SOTTO TRAFFICO CRESCENTE · P-CORE E E-CORE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Oltre la capacità si perde all'ingresso del programma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bench_bitrate, xdp_gen, 5 giri per punto, 64 byte  ·  a sinistra il nodo su un P-core, a destra su un E-core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69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P-core.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 Ogni pipeline inoltra tutto fino alla sua capacità (P1 8,7, P2 3,4, P3 2,3 M/s), poi resta piatta: il resto è respinto dalla coda d'ingresso.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E-core.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Stesso andamento, ginocchio più in basso (P1 6,2, P2 2,8, P3 1,9 M/s). A coda piena la latenza mediana sale da 13–20 µs a 30–150 µs.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 pacchetti si perdono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all'ingresso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, non dopo il programma: il collo di bottiglia è il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programma eBPF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, su ogni tipo di core. Il ginocchio coincide con la capacità misurata a massima spinta.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NUOVO ASSETTO · DUE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Due core reggono il doppio, sul P-core e sull'E-core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Un thread di xdp_gen per coda, una coda e un core d'uscita per core del nodo  ·  P: CPU 6 e 8  ·  E: CPU 12 e 16, uno per modulo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P-core.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95–102% del doppio; il costo per core resta quello di un core entro una decina di ns (P3 425 → 434).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E-core.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99–102% del doppio, con un E-core per modulo: i due moduli non si disturbano.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 contatori delle pipeline sono per-core e ogni core ha la sua coda d'uscita: il secondo core non rallenta il primo. Un nodo con N code regge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N volte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la capacità di un core, di qualunque tipo.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DENTRO IL NODO · TRE OROLOGI · P-CORE E E-CORE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programma e il trasporto, su un P-core e su un E-core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T1 all'ingresso del programma, T2 prima di bpf_redirect, T3 all'arrivo dall'altra parte  ·  minimi, mediana di tre giri, da 0,5 a 3 Mpps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17320"/>
          <a:ext cx="72237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955279" y="1554480"/>
            <a:ext cx="3749039" cy="192024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955279" y="1554480"/>
            <a:ext cx="82296" cy="192024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599" y="1719072"/>
            <a:ext cx="333755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Il programma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9" y="2130552"/>
            <a:ext cx="3337559" cy="1298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Da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26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(baseline) 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331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(P3) sul P-core; sull'E-core dal 7% al 31% in più (P3 434 ns).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3611880"/>
            <a:ext cx="3749039" cy="192024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955279" y="3611880"/>
            <a:ext cx="82296" cy="1920240"/>
          </a:xfrm>
          <a:prstGeom prst="rect">
            <a:avLst/>
          </a:prstGeom>
          <a:solidFill>
            <a:srgbClr val="6B7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599" y="3776472"/>
            <a:ext cx="333755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6B7C93"/>
                </a:solidFill>
                <a:latin typeface="Calibri"/>
              </a:rPr>
              <a:t>Il trasporto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4187952"/>
            <a:ext cx="3337559" cy="1298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Redirect, veth e ricezione: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~210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sul P-core,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~245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sull'E-core, uguale per tutte le pipeline.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669280"/>
            <a:ext cx="11094415" cy="6858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669280"/>
            <a:ext cx="82296" cy="6858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74243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669280"/>
            <a:ext cx="967709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trasporto è un costo comune che non dipende dalla pipeline; il programma pesa di più sull'E-core quanto più è lungo. La latenza minima arrivo → ripartenza va da 221 a 609 ns sul P-core, da 282 a 727 sull'E-core.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QUANTO È SOLIDO · P-CORE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costo dipende dalla pipeline, e da niente altro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Sei classi: stato dei collegamenti e TTL scelti perché la rete decida proprio quella classe; verificato su ogni pipeline  ·  P-core a 3,5 GHz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Taglia del pacchetto: nessun effetto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(entro l'1 %). Il nodo legge solo l'intestazione, come su una scheda di rete vera.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Porta d'uscita: nessun effetto.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Scartare costa ~50 ns in più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la pagina si libera sul core del nodo.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Basta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un numero per pipeline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a descrivere il costo del nodo: non dipende da taglia del pacchetto, porta d'uscita o TTL; solo la decisione di scartare costa ~50 ns in più. Il traffico in bit al secondo cresce quindi con la taglia del pacchetto.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GLI ASSI SOTTO TRAFFICO · P-CORE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Gli stessi andamenti sul nodo vero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bench_throughput con xdp_gen, tempo di CPU per pacchetto, nodo su P-core  ·  larghezza e pari pesi in docs/testing.md §10.8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69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Profondità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 (strati da 4 neuroni). P3 paga </a:t>
            </a: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~60 ns per strato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 (351 → 652 ns), P2 264 → 396; P1 e P1.5 quasi ferme.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Pesi a zero.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Al 90 % di zeri P1 113 → 95 ns, P1.5 120 → 106; P2 e P3 invariate, con le stesse istruzioni per pacchetto.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Le conclusioni del programma da solo valgono sul nodo vero, con il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costo fisso del nodo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(~66 ns) in più. Sugli E-core le stesse curve, più alte del 20–30 %.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GLI ASSI SOTTO TRAFFICO · LE ISTRUZIONI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Ogni strato di P3 costa esattamente 1 096 istruzioni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Modelli sintetici 65-4×d-7, stesso descrittore del checkpoint  ·  contatori hardware del core del nodo, per pacchetto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69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Istruzioni.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 P3: 5 488 → 10 952, </a:t>
            </a: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+1 096 per strato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 a ogni passo, identiche su P-core ed E-core. P2 cresce a passi irregolari: srotola e ricompila.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Tempo.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P3 ~60 ns per strato sul P-core (351 → 652), ~70 sull'E-core (447 → 801). Tratteggio = E-core.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In P3 ogni strato è un salto più le letture che ricostruiscono il contesto: sempre le stesse 1 096 istruzioni. La profondità si paga a ogni pacchetto, e sull'E-core un po' di più.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GLI ASSI SOTTO TRAFFICO · LARGHEZZA E PARI PESI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Larghezza e profondità sul nodo vero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Tempo di CPU per pacchetto, nodo su P-core  ·  tratteggio: P3 sull'E-core  ·  modelli sintetici con il descrittore del checkpoint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69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Larghezza.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 Da 2 a 8 neuroni sale su tutte: P1 104 → 145, P3 391 → 496 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A pari pesi.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Da 1 a 5 strati P2 +35%, P3 +60%; le P1 restano a 125–148 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Le scelte del programma da solo valgono sul nodo vero, con il costo fisso del nodo (~66 ns) in più. Sull'E-core le stesse curve, più alte del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20–35%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: la forma migliore non cambia con il core.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PROGRAMMA DA SOLO · ISTRUZIONI E LATENZA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La configurabilità si paga per pacchetto: 46 → 318 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 err="1">
                <a:solidFill>
                  <a:srgbClr val="6B7C93"/>
                </a:solidFill>
                <a:latin typeface="Calibri"/>
              </a:rPr>
              <a:t>Stesso modello, 319 pesi  ·  minimo su 7 prove  ·  BPF_PROG_TEST_RUN  ·  P-core a 3,5 GHz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554480"/>
          <a:ext cx="6035040" cy="466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66560" y="1737360"/>
          <a:ext cx="4937758" cy="2286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193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43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96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Istruzioni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Letture tabella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Salti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 statica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606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P1.5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1 019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15 089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12 288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 dirty="0">
                          <a:solidFill>
                            <a:srgbClr val="222B3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766560" y="4160520"/>
            <a:ext cx="4937760" cy="20574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766560" y="4160520"/>
            <a:ext cx="82296" cy="20574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40880" y="42336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4526280"/>
            <a:ext cx="448056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La configurabilità si paga nelle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letture di tabella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(5 → 29) e nei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salti fra programmi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(1 → 3), non nell'aritmetica. Rendere configurabile la forma (P2) costa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~4×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P1; anche la profondità (P3)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~7×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 Fra P1 e P1.5 quasi niente.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PROGRAMMA DA SOLO · IL COMPROMESSO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Cambiare modello costa millisecondi a tutte le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Tempo per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installare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un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modello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nuovo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su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un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nodo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già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in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servizio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(scala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logaritmica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) 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600200"/>
          <a:ext cx="566928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164592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0" y="1645920"/>
            <a:ext cx="82296" cy="173736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1810512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Con l'oggetto precompilato (AOT)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221992"/>
            <a:ext cx="4892040" cy="1115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nodo carica un file pronto: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~1 ms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. Generarlo e compilarlo con clang, fuori dal nodo, costa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~80 ms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56616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0" y="3566160"/>
            <a:ext cx="82296" cy="173736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75120" y="3730752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Il vantaggio di P2 e P3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4142232"/>
            <a:ext cx="4892040" cy="1115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Un modello nuovo si installa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scrivendo una tabella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(~10 ms): nessun compilatore. Il programma generico si compila una volta sola (1,2–1,5 s). P1 vuole un compilatore per ogni modello nuovo, su qualche macchina.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Il tempo per cambiare modello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non è un criterio di scelta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: millisecondi per tutte. Si sceglie sul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costo per pacchetto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(~50 ns di rete con i pesi compilati, ~225–360 con quelli da tabella) e su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dove serve un compilatore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PROGRAMMA DA SOLO · TAGLIA DELLA RETE, LARGHEZZA DEL MODELLO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La rete può crescere quanto vuole. Il modello 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BPF_PROG_TEST_RUN, minimo su 7 prove  ·  P1 come oggetto AOT  ·  P-core a 3,5 GHz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69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L'identità del nodo attiva una colonna sola di pesi. 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P1 statica la conosce già alla compilazione e la somma al </a:t>
            </a:r>
            <a:r>
              <a:rPr lang="it-IT" sz="1400" b="0" i="0" dirty="0" err="1">
                <a:solidFill>
                  <a:srgbClr val="222B36"/>
                </a:solidFill>
                <a:latin typeface="Calibri"/>
              </a:rPr>
              <a:t>bias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; le altre la leggono da tabella. In nessun caso il lavoro per pacchetto dipende dalla taglia della rete.</a:t>
            </a:r>
            <a:endParaRPr sz="1400" b="0" i="0" dirty="0">
              <a:solidFill>
                <a:srgbClr val="222B36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Da 2 a 8 neuroni sale su tutte e quattro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P1 26 → 68 ns, P3 280 → 386 ns. Un neurone in più è lavoro vero, a ogni pacchetto.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Una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rete più grande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(più nodi) non rallenta nessuna pipeline: basta una riga in più in tabella. Un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modello più largo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rallenta tutte, a ogni pacchetto. Si può far crescere la rete; il modello va tenuto piccolo.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PROGRAMMA DA SOLO · PROFONDITÀ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Uno strato in più: P2 lo paga in spazio, P3 in tempo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Quattro neuroni per strato, da 1 a 6 strati  ·  il resto del modello fermo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5388094"/>
              </p:ext>
            </p:extLst>
          </p:nvPr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4621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Dimensione.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P2 ricompila e srotola: 14 604 → 18 937 istruzioni. P3 non si muove: 12 288 a ogni profondità.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Tempo.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P3 paga: 260 → 524 ns da 1 a 6 strati, perché ogni strato è un salto fra programmi (da 2 a 7).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728991"/>
            <a:ext cx="9677095" cy="4749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Un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modello profondo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si paga sempre: con P2 in un programma più grande da ricompilare (~870 istruzioni per strato), con P3 in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~53 ns per pacchetto a ogni strato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(~60 sotto traffico). P3 è la più flessibile, ed è quella che la profondità rallenta di più.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PROGRAMMA DA SOLO · A PARITÀ DI PESI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«Meglio larga o profonda?» dipende da chi la esegue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Cinque forme con circa 592 pesi: uno strato largo, oppure cinque stretti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676656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498079" y="160020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498079" y="1600200"/>
            <a:ext cx="82296" cy="178308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399" y="176479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Generiche: la profondità si paga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399" y="217627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Da 1 a 5 strati, a pesi fermi: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P2 175 → 268 ns, P3 284 → 490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356616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498079" y="3566160"/>
            <a:ext cx="82296" cy="178308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399" y="373075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Specializzate: quasi indifferenti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399" y="414223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54–72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srotolano tutto in una funzione sola, e la forma conta poco.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6052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53212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Con le versioni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specializzate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la forma della rete si sceglie per l'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accuratezza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 Con le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generiche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, a parità di pesi, conviene una rete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larga e poco profonda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: da 1 a 5 strati la latenza sale del 53 % (P2) e del 73 % (P3).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PROGRAMMA DA SOLO · CONTARE IL LAVORO GIUSTO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costo per moltiplicazione è una costante della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 err="1">
                <a:solidFill>
                  <a:srgbClr val="6B7C93"/>
                </a:solidFill>
                <a:latin typeface="Calibri"/>
              </a:rPr>
              <a:t>Contando le moltiplicazioni dalla forma del modello, per P3 la retta spiega il 10 % dei punti; contando quelle eseguite, il 92 %</a:t>
            </a:r>
          </a:p>
        </p:txBody>
      </p:sp>
      <p:pic>
        <p:nvPicPr>
          <p:cNvPr id="7" name="Picture 6" descr="campaign_macs_eff_latenz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63040"/>
            <a:ext cx="6217920" cy="388620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223760" y="1645920"/>
          <a:ext cx="4480560" cy="2377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16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4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ns per moltiplicazione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P1 statica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0,29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P1.5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0,29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0,57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1,20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223760" y="4160520"/>
            <a:ext cx="44805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 dirty="0" err="1">
                <a:solidFill>
                  <a:srgbClr val="222B36"/>
                </a:solidFill>
                <a:latin typeface="Calibri"/>
              </a:rPr>
              <a:t>Contando le moltiplicazioni </a:t>
            </a:r>
            <a:r>
              <a:rPr sz="1400" b="1" i="0" dirty="0" err="1">
                <a:solidFill>
                  <a:srgbClr val="222B36"/>
                </a:solidFill>
                <a:latin typeface="Calibri"/>
              </a:rPr>
              <a:t>davvero eseguite</a:t>
            </a:r>
            <a:r>
              <a:rPr sz="1400" b="0" i="0" dirty="0" err="1">
                <a:solidFill>
                  <a:srgbClr val="222B36"/>
                </a:solidFill>
                <a:latin typeface="Calibri"/>
              </a:rPr>
              <a:t>, quattro esperimenti diversi cadono sulla stessa retta (r² 0,92–0,99; P2 0,71). Un ingresso «a una casella accesa» ne attiva </a:t>
            </a:r>
            <a:r>
              <a:rPr sz="1400" b="1" i="0" dirty="0" err="1">
                <a:solidFill>
                  <a:srgbClr val="222B36"/>
                </a:solidFill>
                <a:latin typeface="Calibri"/>
              </a:rPr>
              <a:t>una</a:t>
            </a:r>
            <a:r>
              <a:rPr sz="1400" b="0" i="0" dirty="0" err="1">
                <a:solidFill>
                  <a:srgbClr val="222B36"/>
                </a:solidFill>
                <a:latin typeface="Calibri"/>
              </a:rPr>
              <a:t> colonna sola.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6052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553212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costo di un modello si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stima prima di misurarlo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moltiplicazioni eseguite ×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~0,3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(pesi compilati) o ×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~0,6–1,2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(pesi da tabella), più il costo fisso della pipeline. Una feature one-hot conta una colonna, qualunque sia la sua larghezza.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PROGRAMMA DA SOLO · QUANDO LA SPECIALIZZAZIONE PAGA DAVVERO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Pesi a zero: solo le specializzate dimagriscono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È l'unico esperimento in cui scendono insieme dimensione e tempo  ·  sotto traffico P1.5 passa da 120 a 106 ns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676656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498079" y="160020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498079" y="1600200"/>
            <a:ext cx="82296" cy="178308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399" y="176479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P1.5, da 0 a 90 % di zeri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399" y="217627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1 045 → 337 istruzioni, 45 → 25 ns. Il compilatore vede lo zero e cancella la moltiplicazione.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356616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498079" y="3566160"/>
            <a:ext cx="82296" cy="178308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399" y="373075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P2 e P3, stessi pesi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399" y="414223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Dimensione e latenza invariate: zero, letto da una tabella, è un numero come un altro.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6052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53212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222B36"/>
                </a:solidFill>
                <a:latin typeface="Calibri"/>
              </a:rPr>
              <a:t>Potare il modello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(pesi a zero) rende più veloce solo le versioni specializzate: al 90 % di zeri P1.5 perde il 44 % della latenza e due terzi delle istruzioni. Con P2 e P3 non dà niente.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</TotalTime>
  <Words>3473</Words>
  <Application>Microsoft Office PowerPoint</Application>
  <PresentationFormat>Widescreen</PresentationFormat>
  <Paragraphs>437</Paragraphs>
  <Slides>22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22</vt:i4>
      </vt:variant>
    </vt:vector>
  </HeadingPairs>
  <TitlesOfParts>
    <vt:vector size="27" baseType="lpstr">
      <vt:lpstr>Aptos</vt:lpstr>
      <vt:lpstr>Arial</vt:lpstr>
      <vt:lpstr>Calibri</vt:lpstr>
      <vt:lpstr>Consolas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Ettore Cantile</cp:lastModifiedBy>
  <cp:revision>1</cp:revision>
  <dcterms:created xsi:type="dcterms:W3CDTF">2013-01-27T09:14:16Z</dcterms:created>
  <dcterms:modified xsi:type="dcterms:W3CDTF">2026-09-25T15:18:16Z</dcterms:modified>
  <cp:category/>
</cp:coreProperties>
</file>
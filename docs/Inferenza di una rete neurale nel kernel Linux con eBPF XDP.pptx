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93" r:id="rId20"/>
    <p:sldId id="276" r:id="rId21"/>
    <p:sldId id="285" r:id="rId34"/>
    <p:sldId id="283" r:id="rId32"/>
    <p:sldId id="284" r:id="rId33"/>
    <p:sldId id="286" r:id="rId35"/>
    <p:sldId id="287" r:id="rId36"/>
    <p:sldId id="281" r:id="rId30"/>
    <p:sldId id="288" r:id="rId37"/>
    <p:sldId id="289" r:id="rId38"/>
    <p:sldId id="278" r:id="rId23"/>
    <p:sldId id="282" r:id="rId31"/>
    <p:sldId id="290" r:id="rId39"/>
    <p:sldId id="291" r:id="rId40"/>
    <p:sldId id="292" r:id="rId22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3.xml"/><Relationship Id="rId22" Type="http://schemas.openxmlformats.org/officeDocument/2006/relationships/slide" Target="slides/slide16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66.6</c:v>
                </c:pt>
                <c:pt idx="1">
                  <c:v>118.5</c:v>
                </c:pt>
                <c:pt idx="2">
                  <c:v>125.5</c:v>
                </c:pt>
                <c:pt idx="3">
                  <c:v>291.0</c:v>
                </c:pt>
                <c:pt idx="4">
                  <c:v>485.8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cat>
            <c:strRef>
              <c:f>Sheet1!$A$2:$A$5</c:f>
              <c:strCache>
                <c:ptCount val="4"/>
                <c:pt idx="0">
                  <c:v>P2: compila
(una volta)
1 572 ms</c:v>
                </c:pt>
                <c:pt idx="1">
                  <c:v>P1: genera
e compila
49 ms</c:v>
                </c:pt>
                <c:pt idx="2">
                  <c:v>P1: carica
sul nodo
0,6 ms</c:v>
                </c:pt>
                <c:pt idx="3">
                  <c:v>P2 / P3:
la tabella
0,3 ms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1571.822</c:v>
                </c:pt>
                <c:pt idx="1">
                  <c:v>49.061</c:v>
                </c:pt>
                <c:pt idx="2">
                  <c:v>0.639</c:v>
                </c:pt>
                <c:pt idx="3">
                  <c:v>0.314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0.01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4.048</c:v>
                </c:pt>
                <c:pt idx="1">
                  <c:v>-2.533</c:v>
                </c:pt>
                <c:pt idx="2">
                  <c:v>3.781</c:v>
                </c:pt>
                <c:pt idx="3">
                  <c:v>0.937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5.961</c:v>
                </c:pt>
                <c:pt idx="1">
                  <c:v>-1.119</c:v>
                </c:pt>
                <c:pt idx="2">
                  <c:v>8.476</c:v>
                </c:pt>
                <c:pt idx="3">
                  <c:v>1.694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-0.113</c:v>
                </c:pt>
                <c:pt idx="1">
                  <c:v>4.554</c:v>
                </c:pt>
                <c:pt idx="2">
                  <c:v>12.73</c:v>
                </c:pt>
                <c:pt idx="3">
                  <c:v>-5.327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-7.836</c:v>
                </c:pt>
                <c:pt idx="1">
                  <c:v>11.875</c:v>
                </c:pt>
                <c:pt idx="2">
                  <c:v>-11.313</c:v>
                </c:pt>
                <c:pt idx="3">
                  <c:v>-2.276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.0"/>
          <c:min val="-4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scarto dalla legge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36.85</c:v>
                </c:pt>
                <c:pt idx="1">
                  <c:v>48.3</c:v>
                </c:pt>
                <c:pt idx="2">
                  <c:v>90.5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42.1</c:v>
                </c:pt>
                <c:pt idx="1">
                  <c:v>57.2</c:v>
                </c:pt>
                <c:pt idx="2">
                  <c:v>102.05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197.4</c:v>
                </c:pt>
                <c:pt idx="1">
                  <c:v>230.4</c:v>
                </c:pt>
                <c:pt idx="2">
                  <c:v>279.1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389.05</c:v>
                </c:pt>
                <c:pt idx="1">
                  <c:v>415.1</c:v>
                </c:pt>
                <c:pt idx="2">
                  <c:v>537.15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429.0</c:v>
                </c:pt>
                <c:pt idx="1">
                  <c:v>526.0</c:v>
                </c:pt>
                <c:pt idx="2">
                  <c:v>509.0</c:v>
                </c:pt>
                <c:pt idx="3">
                  <c:v>636.5</c:v>
                </c:pt>
                <c:pt idx="4">
                  <c:v>695.0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915.0</c:v>
                </c:pt>
                <c:pt idx="1">
                  <c:v>730.0</c:v>
                </c:pt>
                <c:pt idx="2">
                  <c:v>1048.0</c:v>
                </c:pt>
                <c:pt idx="3">
                  <c:v>819.5</c:v>
                </c:pt>
                <c:pt idx="4">
                  <c:v>1240.0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14604.0</c:v>
                </c:pt>
                <c:pt idx="1">
                  <c:v>15089.0</c:v>
                </c:pt>
                <c:pt idx="2">
                  <c:v>16813.0</c:v>
                </c:pt>
                <c:pt idx="3">
                  <c:v>16945.0</c:v>
                </c:pt>
                <c:pt idx="4">
                  <c:v>18937.0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12288.0</c:v>
                </c:pt>
                <c:pt idx="1">
                  <c:v>12288.0</c:v>
                </c:pt>
                <c:pt idx="2">
                  <c:v>12288.0</c:v>
                </c:pt>
                <c:pt idx="3">
                  <c:v>12288.0</c:v>
                </c:pt>
                <c:pt idx="4">
                  <c:v>12288.0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del programma (scala log.)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38.4</c:v>
                </c:pt>
                <c:pt idx="1">
                  <c:v>45.5</c:v>
                </c:pt>
                <c:pt idx="2">
                  <c:v>47.6</c:v>
                </c:pt>
                <c:pt idx="3">
                  <c:v>53.35</c:v>
                </c:pt>
                <c:pt idx="4">
                  <c:v>66.1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45.0</c:v>
                </c:pt>
                <c:pt idx="1">
                  <c:v>51.75</c:v>
                </c:pt>
                <c:pt idx="2">
                  <c:v>48.2</c:v>
                </c:pt>
                <c:pt idx="3">
                  <c:v>61.1</c:v>
                </c:pt>
                <c:pt idx="4">
                  <c:v>66.6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69.1</c:v>
                </c:pt>
                <c:pt idx="1">
                  <c:v>70.7</c:v>
                </c:pt>
                <c:pt idx="2">
                  <c:v>71.2</c:v>
                </c:pt>
                <c:pt idx="3">
                  <c:v>83.25</c:v>
                </c:pt>
                <c:pt idx="4">
                  <c:v>81.25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76.1</c:v>
                </c:pt>
                <c:pt idx="1">
                  <c:v>75.1</c:v>
                </c:pt>
                <c:pt idx="2">
                  <c:v>80.25</c:v>
                </c:pt>
                <c:pt idx="3">
                  <c:v>92.25</c:v>
                </c:pt>
                <c:pt idx="4">
                  <c:v>86.95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211.15</c:v>
                </c:pt>
                <c:pt idx="1">
                  <c:v>231.25</c:v>
                </c:pt>
                <c:pt idx="2">
                  <c:v>251.45</c:v>
                </c:pt>
                <c:pt idx="3">
                  <c:v>301.0</c:v>
                </c:pt>
                <c:pt idx="4">
                  <c:v>312.55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356.85</c:v>
                </c:pt>
                <c:pt idx="1">
                  <c:v>413.9</c:v>
                </c:pt>
                <c:pt idx="2">
                  <c:v>448.4</c:v>
                </c:pt>
                <c:pt idx="3">
                  <c:v>552.1</c:v>
                </c:pt>
                <c:pt idx="4">
                  <c:v>577.45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1.016</c:v>
                </c:pt>
                <c:pt idx="1">
                  <c:v>0.795</c:v>
                </c:pt>
                <c:pt idx="2">
                  <c:v>0.441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1.012</c:v>
                </c:pt>
                <c:pt idx="1">
                  <c:v>0.93</c:v>
                </c:pt>
                <c:pt idx="2">
                  <c:v>0.623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1.005</c:v>
                </c:pt>
                <c:pt idx="1">
                  <c:v>1.028</c:v>
                </c:pt>
                <c:pt idx="2">
                  <c:v>1.023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0.997</c:v>
                </c:pt>
                <c:pt idx="1">
                  <c:v>1.012</c:v>
                </c:pt>
                <c:pt idx="2">
                  <c:v>1.014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misurato ÷ previsto senza zeri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pacchetto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40.1</c:v>
                </c:pt>
                <c:pt idx="1">
                  <c:v>40.1</c:v>
                </c:pt>
                <c:pt idx="2">
                  <c:v>40.1</c:v>
                </c:pt>
                <c:pt idx="3">
                  <c:v>40.1</c:v>
                </c:pt>
                <c:pt idx="4">
                  <c:v>40.1</c:v>
                </c:pt>
                <c:pt idx="5">
                  <c:v>40.1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leggere l'intestazione e inoltrare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26.6</c:v>
                </c:pt>
                <c:pt idx="2">
                  <c:v>26.6</c:v>
                </c:pt>
                <c:pt idx="3">
                  <c:v>26.6</c:v>
                </c:pt>
                <c:pt idx="4">
                  <c:v>26.6</c:v>
                </c:pt>
                <c:pt idx="5">
                  <c:v>26.6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52.4</c:v>
                </c:pt>
                <c:pt idx="3">
                  <c:v>58.9</c:v>
                </c:pt>
                <c:pt idx="4">
                  <c:v>224.6</c:v>
                </c:pt>
                <c:pt idx="5">
                  <c:v>419.8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8FB4D3"/>
              </a:solidFill>
            </a:ln>
          </c:spPr>
          <c:marker>
            <c:symbol val="circle"/>
            <c:size val="6"/>
            <c:spPr>
              <a:solidFill>
                <a:srgbClr val="8FB4D3"/>
              </a:solidFill>
              <a:ln>
                <a:solidFill>
                  <a:srgbClr val="8FB4D3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262.5</c:v>
                </c:pt>
                <c:pt idx="1">
                  <c:v>308.25</c:v>
                </c:pt>
                <c:pt idx="2">
                  <c:v>371.5</c:v>
                </c:pt>
                <c:pt idx="3">
                  <c:v>411.0</c:v>
                </c:pt>
                <c:pt idx="4">
                  <c:v>489.5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297.5</c:v>
                </c:pt>
                <c:pt idx="1">
                  <c:v>357.75</c:v>
                </c:pt>
                <c:pt idx="2">
                  <c:v>429.5</c:v>
                </c:pt>
                <c:pt idx="3">
                  <c:v>496.0</c:v>
                </c:pt>
                <c:pt idx="4">
                  <c:v>565.5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65.7</c:v>
                </c:pt>
                <c:pt idx="1">
                  <c:v>131.8</c:v>
                </c:pt>
                <c:pt idx="2">
                  <c:v>135.2</c:v>
                </c:pt>
                <c:pt idx="3">
                  <c:v>264.25</c:v>
                </c:pt>
                <c:pt idx="4">
                  <c:v>475.95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65.6</c:v>
                </c:pt>
                <c:pt idx="1">
                  <c:v>132.75</c:v>
                </c:pt>
                <c:pt idx="2">
                  <c:v>134.8</c:v>
                </c:pt>
                <c:pt idx="3">
                  <c:v>264.2</c:v>
                </c:pt>
                <c:pt idx="4">
                  <c:v>475.6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65.6</c:v>
                </c:pt>
                <c:pt idx="1">
                  <c:v>134.0</c:v>
                </c:pt>
                <c:pt idx="2">
                  <c:v>131.9</c:v>
                </c:pt>
                <c:pt idx="3">
                  <c:v>263.5</c:v>
                </c:pt>
                <c:pt idx="4">
                  <c:v>474.2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classi che inoltrano</c:v>
                </c:pt>
              </c:strCache>
            </c:strRef>
          </c:tx>
          <c:spPr>
            <a:solidFill>
              <a:srgbClr val="6C819C"/>
            </a:solidFill>
            <a:ln>
              <a:solidFill>
                <a:srgbClr val="6C819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64.95</c:v>
                </c:pt>
                <c:pt idx="1">
                  <c:v>110.05</c:v>
                </c:pt>
                <c:pt idx="2">
                  <c:v>119.2</c:v>
                </c:pt>
                <c:pt idx="3">
                  <c:v>261.675</c:v>
                </c:pt>
                <c:pt idx="4">
                  <c:v>470.875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solidFill>
                <a:srgbClr val="C0443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65.9</c:v>
                </c:pt>
                <c:pt idx="1">
                  <c:v>181.1</c:v>
                </c:pt>
                <c:pt idx="2">
                  <c:v>184.4</c:v>
                </c:pt>
                <c:pt idx="3">
                  <c:v>317.0</c:v>
                </c:pt>
                <c:pt idx="4">
                  <c:v>590.9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0.938</c:v>
                </c:pt>
                <c:pt idx="4">
                  <c:v>0.962</c:v>
                </c:pt>
                <c:pt idx="5">
                  <c:v>0.963</c:v>
                </c:pt>
                <c:pt idx="6">
                  <c:v>0.937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0.95</c:v>
                </c:pt>
                <c:pt idx="4">
                  <c:v>0.965</c:v>
                </c:pt>
                <c:pt idx="5">
                  <c:v>0.964</c:v>
                </c:pt>
                <c:pt idx="6">
                  <c:v>0.943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</c:v>
                </c:pt>
                <c:pt idx="4">
                  <c:v>0.968</c:v>
                </c:pt>
                <c:pt idx="5">
                  <c:v>0.966</c:v>
                </c:pt>
                <c:pt idx="6">
                  <c:v>0.963</c:v>
                </c:pt>
                <c:pt idx="7">
                  <c:v>0.965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0.946</c:v>
                </c:pt>
                <c:pt idx="4">
                  <c:v>0.981</c:v>
                </c:pt>
                <c:pt idx="5">
                  <c:v>0.99</c:v>
                </c:pt>
                <c:pt idx="6">
                  <c:v>0.981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offerto ÷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÷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0.943</c:v>
                </c:pt>
                <c:pt idx="4">
                  <c:v>0.956</c:v>
                </c:pt>
                <c:pt idx="5">
                  <c:v>0.958</c:v>
                </c:pt>
                <c:pt idx="6">
                  <c:v>0.975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0.957</c:v>
                </c:pt>
                <c:pt idx="4">
                  <c:v>0.972</c:v>
                </c:pt>
                <c:pt idx="5">
                  <c:v>0.973</c:v>
                </c:pt>
                <c:pt idx="6">
                  <c:v>0.977</c:v>
                </c:pt>
                <c:pt idx="7">
                  <c:v>0.981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0.955</c:v>
                </c:pt>
                <c:pt idx="4">
                  <c:v>0.973</c:v>
                </c:pt>
                <c:pt idx="5">
                  <c:v>0.973</c:v>
                </c:pt>
                <c:pt idx="6">
                  <c:v>0.973</c:v>
                </c:pt>
                <c:pt idx="7">
                  <c:v>0.974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0.921</c:v>
                </c:pt>
                <c:pt idx="4">
                  <c:v>0.973</c:v>
                </c:pt>
                <c:pt idx="5">
                  <c:v>0.975</c:v>
                </c:pt>
                <c:pt idx="6">
                  <c:v>0.974</c:v>
                </c:pt>
                <c:pt idx="7">
                  <c:v>0.976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offerto ÷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÷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102.9</c:v>
                </c:pt>
                <c:pt idx="1">
                  <c:v>112.75</c:v>
                </c:pt>
                <c:pt idx="2">
                  <c:v>115.7</c:v>
                </c:pt>
                <c:pt idx="3">
                  <c:v>120.8</c:v>
                </c:pt>
                <c:pt idx="4">
                  <c:v>132.8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111.2</c:v>
                </c:pt>
                <c:pt idx="1">
                  <c:v>118.4</c:v>
                </c:pt>
                <c:pt idx="2">
                  <c:v>116.3</c:v>
                </c:pt>
                <c:pt idx="3">
                  <c:v>127.65</c:v>
                </c:pt>
                <c:pt idx="4">
                  <c:v>133.3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0.923</c:v>
                </c:pt>
                <c:pt idx="2">
                  <c:v>0.774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0.959</c:v>
                </c:pt>
                <c:pt idx="2">
                  <c:v>0.827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1.0</c:v>
                </c:pt>
                <c:pt idx="1">
                  <c:v>1.001</c:v>
                </c:pt>
                <c:pt idx="2">
                  <c:v>0.999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÷ stesso modello senza zeri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14.97</c:v>
                </c:pt>
                <c:pt idx="1">
                  <c:v>8.746</c:v>
                </c:pt>
                <c:pt idx="2">
                  <c:v>8.318</c:v>
                </c:pt>
                <c:pt idx="3">
                  <c:v>3.508</c:v>
                </c:pt>
                <c:pt idx="4">
                  <c:v>2.165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9.429</c:v>
                </c:pt>
                <c:pt idx="1">
                  <c:v>6.713</c:v>
                </c:pt>
                <c:pt idx="2">
                  <c:v>6.143</c:v>
                </c:pt>
                <c:pt idx="3">
                  <c:v>2.875</c:v>
                </c:pt>
                <c:pt idx="4">
                  <c:v>1.78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3.898</c:v>
                </c:pt>
                <c:pt idx="1">
                  <c:v>2.998</c:v>
                </c:pt>
                <c:pt idx="2">
                  <c:v>2.895</c:v>
                </c:pt>
                <c:pt idx="3">
                  <c:v>1.578</c:v>
                </c:pt>
                <c:pt idx="4">
                  <c:v>1.025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 al secondo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66.85</c:v>
                </c:pt>
                <c:pt idx="1">
                  <c:v>114.4</c:v>
                </c:pt>
                <c:pt idx="2">
                  <c:v>120.35</c:v>
                </c:pt>
                <c:pt idx="3">
                  <c:v>285.15</c:v>
                </c:pt>
                <c:pt idx="4">
                  <c:v>462.0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106.05</c:v>
                </c:pt>
                <c:pt idx="1">
                  <c:v>149.0</c:v>
                </c:pt>
                <c:pt idx="2">
                  <c:v>162.8</c:v>
                </c:pt>
                <c:pt idx="3">
                  <c:v>347.8</c:v>
                </c:pt>
                <c:pt idx="4">
                  <c:v>561.85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256.6</c:v>
                </c:pt>
                <c:pt idx="1">
                  <c:v>333.6</c:v>
                </c:pt>
                <c:pt idx="2">
                  <c:v>345.45</c:v>
                </c:pt>
                <c:pt idx="3">
                  <c:v>633.8</c:v>
                </c:pt>
                <c:pt idx="4">
                  <c:v>976.0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2.9</c:v>
                </c:pt>
                <c:pt idx="2">
                  <c:v>3.15</c:v>
                </c:pt>
                <c:pt idx="3">
                  <c:v>4.45</c:v>
                </c:pt>
                <c:pt idx="4">
                  <c:v>4.45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3.75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1.0</c:v>
                </c:pt>
                <c:pt idx="1">
                  <c:v>1.35</c:v>
                </c:pt>
                <c:pt idx="2">
                  <c:v>1.5</c:v>
                </c:pt>
                <c:pt idx="3">
                  <c:v>2.8</c:v>
                </c:pt>
                <c:pt idx="4">
                  <c:v>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 di clock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135.0</c:v>
                </c:pt>
                <c:pt idx="1">
                  <c:v>624.0</c:v>
                </c:pt>
                <c:pt idx="2">
                  <c:v>961.0</c:v>
                </c:pt>
                <c:pt idx="3">
                  <c:v>16813.0</c:v>
                </c:pt>
                <c:pt idx="4">
                  <c:v>12288.0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605.9</c:v>
                </c:pt>
                <c:pt idx="1">
                  <c:v>1161.7</c:v>
                </c:pt>
                <c:pt idx="2">
                  <c:v>1345.7</c:v>
                </c:pt>
                <c:pt idx="3">
                  <c:v>4577.6</c:v>
                </c:pt>
                <c:pt idx="4">
                  <c:v>7575.2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605.9</c:v>
                </c:pt>
                <c:pt idx="1">
                  <c:v>1103.3</c:v>
                </c:pt>
                <c:pt idx="2">
                  <c:v>1284.65</c:v>
                </c:pt>
                <c:pt idx="3">
                  <c:v>4500.85</c:v>
                </c:pt>
                <c:pt idx="4">
                  <c:v>7210.0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607.1</c:v>
                </c:pt>
                <c:pt idx="1">
                  <c:v>1104.7</c:v>
                </c:pt>
                <c:pt idx="2">
                  <c:v>1288.25</c:v>
                </c:pt>
                <c:pt idx="3">
                  <c:v>4501.1</c:v>
                </c:pt>
                <c:pt idx="4">
                  <c:v>7209.6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611.65</c:v>
                </c:pt>
                <c:pt idx="1">
                  <c:v>1108.95</c:v>
                </c:pt>
                <c:pt idx="2">
                  <c:v>1291.65</c:v>
                </c:pt>
                <c:pt idx="3">
                  <c:v>4502.85</c:v>
                </c:pt>
                <c:pt idx="4">
                  <c:v>7211.8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parte fissa del nodo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231.2</c:v>
                </c:pt>
                <c:pt idx="1">
                  <c:v>360.0</c:v>
                </c:pt>
                <c:pt idx="2">
                  <c:v>231.2</c:v>
                </c:pt>
                <c:pt idx="3">
                  <c:v>360.0</c:v>
                </c:pt>
                <c:pt idx="4">
                  <c:v>231.2</c:v>
                </c:pt>
                <c:pt idx="5">
                  <c:v>360.0</c:v>
                </c:pt>
                <c:pt idx="6">
                  <c:v>231.2</c:v>
                </c:pt>
                <c:pt idx="7">
                  <c:v>360.0</c:v>
                </c:pt>
                <c:pt idx="8">
                  <c:v>231.2</c:v>
                </c:pt>
                <c:pt idx="9">
                  <c:v>360.0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183.4</c:v>
                </c:pt>
                <c:pt idx="3">
                  <c:v>172.2</c:v>
                </c:pt>
                <c:pt idx="4">
                  <c:v>206.1</c:v>
                </c:pt>
                <c:pt idx="5">
                  <c:v>207.9</c:v>
                </c:pt>
                <c:pt idx="6">
                  <c:v>785.0</c:v>
                </c:pt>
                <c:pt idx="7">
                  <c:v>857.8</c:v>
                </c:pt>
                <c:pt idx="8">
                  <c:v>1467.4</c:v>
                </c:pt>
                <c:pt idx="9">
                  <c:v>1661.6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dLbls>
          <c:numFmt formatCode="0;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di clock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13.5</c:v>
                </c:pt>
                <c:pt idx="1">
                  <c:v>13.7</c:v>
                </c:pt>
                <c:pt idx="2">
                  <c:v>17.45</c:v>
                </c:pt>
                <c:pt idx="3">
                  <c:v>16.1</c:v>
                </c:pt>
                <c:pt idx="4">
                  <c:v>18.95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letture andate in memoria,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232.7</c:v>
                </c:pt>
                <c:pt idx="1">
                  <c:v>399.65</c:v>
                </c:pt>
                <c:pt idx="2">
                  <c:v>420.3</c:v>
                </c:pt>
                <c:pt idx="3">
                  <c:v>995.95</c:v>
                </c:pt>
                <c:pt idx="4">
                  <c:v>1613.9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359.7</c:v>
                </c:pt>
                <c:pt idx="1">
                  <c:v>509.9</c:v>
                </c:pt>
                <c:pt idx="2">
                  <c:v>559.0</c:v>
                </c:pt>
                <c:pt idx="3">
                  <c:v>1200.95</c:v>
                </c:pt>
                <c:pt idx="4">
                  <c:v>1944.5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640.0</c:v>
                </c:pt>
                <c:pt idx="1">
                  <c:v>832.25</c:v>
                </c:pt>
                <c:pt idx="2">
                  <c:v>861.85</c:v>
                </c:pt>
                <c:pt idx="3">
                  <c:v>1580.8</c:v>
                </c:pt>
                <c:pt idx="4">
                  <c:v>2434.65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di clock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14.865</c:v>
                </c:pt>
                <c:pt idx="1">
                  <c:v>8.98</c:v>
                </c:pt>
                <c:pt idx="2">
                  <c:v>8.213</c:v>
                </c:pt>
                <c:pt idx="3">
                  <c:v>3.592</c:v>
                </c:pt>
                <c:pt idx="4">
                  <c:v>2.111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29.323</c:v>
                </c:pt>
                <c:pt idx="1">
                  <c:v>17.93</c:v>
                </c:pt>
                <c:pt idx="2">
                  <c:v>16.231</c:v>
                </c:pt>
                <c:pt idx="3">
                  <c:v>7.118</c:v>
                </c:pt>
                <c:pt idx="4">
                  <c:v>4.137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9.419</c:v>
                </c:pt>
                <c:pt idx="1">
                  <c:v>6.63</c:v>
                </c:pt>
                <c:pt idx="2">
                  <c:v>6.105</c:v>
                </c:pt>
                <c:pt idx="3">
                  <c:v>2.903</c:v>
                </c:pt>
                <c:pt idx="4">
                  <c:v>1.755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18.924</c:v>
                </c:pt>
                <c:pt idx="1">
                  <c:v>13.3</c:v>
                </c:pt>
                <c:pt idx="2">
                  <c:v>12.205</c:v>
                </c:pt>
                <c:pt idx="3">
                  <c:v>5.761</c:v>
                </c:pt>
                <c:pt idx="4">
                  <c:v>3.463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27.0</c:v>
                </c:pt>
                <c:pt idx="1">
                  <c:v>28.0</c:v>
                </c:pt>
                <c:pt idx="2">
                  <c:v>64.0</c:v>
                </c:pt>
                <c:pt idx="3">
                  <c:v>74.0</c:v>
                </c:pt>
                <c:pt idx="4">
                  <c:v>69.5</c:v>
                </c:pt>
                <c:pt idx="5">
                  <c:v>82.0</c:v>
                </c:pt>
                <c:pt idx="6">
                  <c:v>228.5</c:v>
                </c:pt>
                <c:pt idx="7">
                  <c:v>267.0</c:v>
                </c:pt>
                <c:pt idx="8">
                  <c:v>391.0</c:v>
                </c:pt>
                <c:pt idx="9">
                  <c:v>498.0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trasporto</c:v>
                </c:pt>
              </c:strCache>
            </c:strRef>
          </c:tx>
          <c:spPr>
            <a:solidFill>
              <a:srgbClr val="AEB8C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senza rete · P</c:v>
                </c:pt>
                <c:pt idx="1">
                  <c:v>senza rete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194.0</c:v>
                </c:pt>
                <c:pt idx="1">
                  <c:v>239.0</c:v>
                </c:pt>
                <c:pt idx="2">
                  <c:v>197.0</c:v>
                </c:pt>
                <c:pt idx="3">
                  <c:v>236.0</c:v>
                </c:pt>
                <c:pt idx="4">
                  <c:v>198.0</c:v>
                </c:pt>
                <c:pt idx="5">
                  <c:v>235.5</c:v>
                </c:pt>
                <c:pt idx="6">
                  <c:v>203.5</c:v>
                </c:pt>
                <c:pt idx="7">
                  <c:v>242.5</c:v>
                </c:pt>
                <c:pt idx="8">
                  <c:v>204.0</c:v>
                </c:pt>
                <c:pt idx="9">
                  <c:v>243.0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1047.6</c:v>
                </c:pt>
                <c:pt idx="1">
                  <c:v>1146.2</c:v>
                </c:pt>
                <c:pt idx="2">
                  <c:v>1091.6</c:v>
                </c:pt>
                <c:pt idx="3">
                  <c:v>1262.75</c:v>
                </c:pt>
                <c:pt idx="4">
                  <c:v>1196.5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1261.5</c:v>
                </c:pt>
                <c:pt idx="1">
                  <c:v>1282.6</c:v>
                </c:pt>
                <c:pt idx="2">
                  <c:v>1302.7</c:v>
                </c:pt>
                <c:pt idx="3">
                  <c:v>1401.1</c:v>
                </c:pt>
                <c:pt idx="4">
                  <c:v>1347.8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3735.6</c:v>
                </c:pt>
                <c:pt idx="1">
                  <c:v>4028.8</c:v>
                </c:pt>
                <c:pt idx="2">
                  <c:v>4710.95</c:v>
                </c:pt>
                <c:pt idx="3">
                  <c:v>4945.1</c:v>
                </c:pt>
                <c:pt idx="4">
                  <c:v>5593.25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5494.1</c:v>
                </c:pt>
                <c:pt idx="1">
                  <c:v>6480.8</c:v>
                </c:pt>
                <c:pt idx="2">
                  <c:v>7660.3</c:v>
                </c:pt>
                <c:pt idx="3">
                  <c:v>8663.5</c:v>
                </c:pt>
                <c:pt idx="4">
                  <c:v>10266.3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450.1</c:v>
                </c:pt>
                <c:pt idx="1">
                  <c:v>512.4</c:v>
                </c:pt>
                <c:pt idx="2">
                  <c:v>596.3</c:v>
                </c:pt>
                <c:pt idx="3">
                  <c:v>655.2</c:v>
                </c:pt>
                <c:pt idx="4">
                  <c:v>777.8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311.9</c:v>
                </c:pt>
                <c:pt idx="1">
                  <c:v>324.65</c:v>
                </c:pt>
                <c:pt idx="2">
                  <c:v>358.0</c:v>
                </c:pt>
                <c:pt idx="3">
                  <c:v>376.3</c:v>
                </c:pt>
                <c:pt idx="4">
                  <c:v>409.95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103.4</c:v>
                </c:pt>
                <c:pt idx="1">
                  <c:v>115.7</c:v>
                </c:pt>
                <c:pt idx="2">
                  <c:v>158.45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109.1</c:v>
                </c:pt>
                <c:pt idx="1">
                  <c:v>124.3</c:v>
                </c:pt>
                <c:pt idx="2">
                  <c:v>170.0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264.5</c:v>
                </c:pt>
                <c:pt idx="1">
                  <c:v>297.0</c:v>
                </c:pt>
                <c:pt idx="2">
                  <c:v>347.1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456.8</c:v>
                </c:pt>
                <c:pt idx="1">
                  <c:v>482.8</c:v>
                </c:pt>
                <c:pt idx="2">
                  <c:v>604.6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554.3</c:v>
                </c:pt>
                <c:pt idx="1">
                  <c:v>574.9</c:v>
                </c:pt>
                <c:pt idx="2">
                  <c:v>703.75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135.35</c:v>
                </c:pt>
                <c:pt idx="1">
                  <c:v>137.45</c:v>
                </c:pt>
                <c:pt idx="2">
                  <c:v>137.4</c:v>
                </c:pt>
                <c:pt idx="3">
                  <c:v>149.2</c:v>
                </c:pt>
                <c:pt idx="4">
                  <c:v>147.15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142.35</c:v>
                </c:pt>
                <c:pt idx="1">
                  <c:v>141.85</c:v>
                </c:pt>
                <c:pt idx="2">
                  <c:v>146.45</c:v>
                </c:pt>
                <c:pt idx="3">
                  <c:v>158.2</c:v>
                </c:pt>
                <c:pt idx="4">
                  <c:v>152.85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277.4</c:v>
                </c:pt>
                <c:pt idx="1">
                  <c:v>298.0</c:v>
                </c:pt>
                <c:pt idx="2">
                  <c:v>317.65</c:v>
                </c:pt>
                <c:pt idx="3">
                  <c:v>366.95</c:v>
                </c:pt>
                <c:pt idx="4">
                  <c:v>378.45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423.1</c:v>
                </c:pt>
                <c:pt idx="1">
                  <c:v>480.65</c:v>
                </c:pt>
                <c:pt idx="2">
                  <c:v>514.6</c:v>
                </c:pt>
                <c:pt idx="3">
                  <c:v>618.05</c:v>
                </c:pt>
                <c:pt idx="4">
                  <c:v>643.35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498.3</c:v>
                </c:pt>
                <c:pt idx="1">
                  <c:v>560.95</c:v>
                </c:pt>
                <c:pt idx="2">
                  <c:v>615.0</c:v>
                </c:pt>
                <c:pt idx="3">
                  <c:v>732.4</c:v>
                </c:pt>
                <c:pt idx="4">
                  <c:v>772.05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strati, a ~592 pesi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9CD4CC"/>
              </a:solidFill>
            </a:ln>
          </c:spPr>
          <c:marker>
            <c:symbol val="circle"/>
            <c:size val="6"/>
            <c:spPr>
              <a:solidFill>
                <a:srgbClr val="9CD4CC"/>
              </a:solidFill>
              <a:ln>
                <a:solidFill>
                  <a:srgbClr val="9CD4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164.0</c:v>
                </c:pt>
                <c:pt idx="1">
                  <c:v>176.5</c:v>
                </c:pt>
                <c:pt idx="2">
                  <c:v>210.0</c:v>
                </c:pt>
                <c:pt idx="3">
                  <c:v>224.0</c:v>
                </c:pt>
                <c:pt idx="4">
                  <c:v>255.0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189.0</c:v>
                </c:pt>
                <c:pt idx="1">
                  <c:v>203.25</c:v>
                </c:pt>
                <c:pt idx="2">
                  <c:v>235.0</c:v>
                </c:pt>
                <c:pt idx="3">
                  <c:v>254.5</c:v>
                </c:pt>
                <c:pt idx="4">
                  <c:v>278.25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modi di scrivere la stessa rete neurale dentro il kernel Linux, misurati con traffico vero su 91 reti diverse: quanto costa ogni pacchetto, perché, e che cosa cambia su un core più lento.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prendono la stessa decisione su ogni pacchetto (verificato su 91 modelli).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* Solo P1 statica può togliere dal programma anche i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collegamenti che il suo nodo non ha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, perché conosce già il nodo su cui girerà. Le misure di queste slide non lo fanno: tutte le versioni vedono tutte le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QUANTO COSTA UN PACCHETTO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Nodo su un core veloce (P-core) a 3,5 GHz, pacchetti da 64 byte  ·  barre: mediana dei 91 modelli  ·  schede: dal modello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senza rete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mediana · 15,0 milioni di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85–222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· 4,5–11,7 milioni/s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196–512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· 2,0–5,1 milioni/s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307–918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· 1,1–3,3 milioni/s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un pacchetto costa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in mediana, con qualunque modello. La rete neurale aggiunge, dal modello più leggero al più pesante,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19–155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P1,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129–446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P2,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240–852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P3. Un core regge fra 11,7 e 1,1 milioni di pacchetti al secondo.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la dimensione del programma, contata dal kernel  ·  eseguite: contate dal processore per ogni pacchetto  ·  a destra 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è il più grande ma esegue meno istruzioni di P3 (85 modelli su 85).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più 0,3 % di differenza (0,7 % sul LP E-core), meno del rumore.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dice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programma,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 quante istruzioni il processore esegue davvero per ogni pacchetto. E sono le stesse su ogni tipo di core: cambia solo quante ne esegue a ogni ciclo di clock.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E-core regge dal 61 al 91 % di un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Core veloce (P-core) ed efficiente (E-core) a 3,5 GHz, a basso consumo (LP E-core) a 2,5 GHz  ·  grafici: mediana dei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Capacità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Fra i modelli, l'E-core regge da 0,61 a 0,66 volte il P-core senza rete, da 0,72 a 0,89 con P3.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 per pacchetto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Sull'E-core il lavoro fisso costa il 56 % in più, la rete di P3 solo il 13 %.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rallenta soprattutto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fisso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(ricevere e inoltrare): più la rete pesa sul totale, meno conta il core. Il LP E-core (2,5 GHz) regge dal 32 al 53 % del P-core, secondo modello e versione.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Stesse istruzioni, meno istruzioni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del processore sul core del nodo  ·  tabella: mediane su 91 modelli  ·  grafico: 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1 162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531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1 346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4 578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7 575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1 697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2 021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è lo stesso su ogni core; cambia quante istruzioni il core esegue a ogni ciclo di clock (IPC, mediane): 2,6 → 1,7 senza rete, dove il kernel salta e aspetta la memoria; 4,4 → 3,7 con P3, una fila di moltiplicazioni.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DOVE L'E-CORE PERDE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rallenta il nodo, non la rete neurale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Cicli di clock per pacchetto, contati dal processore  ·  barre e cifre grandi: mediane su 91 modelli  ·  sotto le cifre: fra i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parte fissa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da +50 % a +60 %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≈ uguale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da −45 % a +17 %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da +2 % a +18 %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fra i modelli da +5 % a +40 %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Ricevere, inoltrare e liberare la memoria è lavoro del kernel, pieno di salti e attese: l'E-core ne esegue 1,7 istruzioni per ciclo invece di 2,6. La rete è una fila di moltiplicazioni, che l'E-core esegue quasi come il P-core.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IL CORE A BASSO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del processore, per pacchetto, a nodo pieno  ·  LP E-core a 2,5 GHz  ·  mediane dei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Letture andate in memoria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(mediane): zero su P-core ed E-core, 14–19 sul LP E-core.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Per P3: 1 614 sul P-core, 1 944 sull'E-core, 2 435 sul LP E-core; in tempo 462, 562 e 976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in un'altra parte del chip, fuori dalla cache che gli altri core condividono: i pacchetti gli arrivano dalla memoria. Fra attese, un core più semplice e 2,5 GHz regge dal 32 al 53 % del P-core, secondo modello e versione.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TRAFFICO CRESCENTE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Traffico da 0,5 a 12 milioni di pacchetti al secondo, 6 modelli  ·  assi divisi per la capacità del modello, misurata in un'altra sessione  ·  curve: mediana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P-core.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Fino alla capacità passa tutto, poi la curva è piatta a 0,98 volte la capacità (mediana); poco sopra 1 è rumore.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Stesso andamento (0,99 in mediana). Divise per la capacità del loro modello, le curve coincidono.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Oltre la capacità 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in coda, prima del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il collo di bottiglia è il programma, su ogni tipo di core. Fa eccezione P1 sui modelli più leggeri: sopra i 9 milioni di pacchetti al secondo perde anche l'uscita.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coda, un generatore e un core d'uscita per core del nodo  ·  barre: mediana di 8 modelli  ·  un core e due core in sessioni diverse: rumore ±5 %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Due core reggono il doppio: 99 % in mediana. Fra modelli e versioni da 94 a 103 %: sopra 100 è rumore.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99 % in mediana, da 98 a 101 %: il doppio, entro il rumore.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Ogni core ha i suoi contatori e la sua coda d'uscita: il secondo core non rallenta il primo. Una scheda di rete che divide i pacchetti su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code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regge circa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PROGRAMMA E TRASPORTO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programma e il trasporto, su un P-core e su un 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Tre orologi letti dal programma: all'ingresso, prima di inoltrare, all'arrivo al nodo successivo  ·  minimi, a traffico leggero  ·  barre: mediana dei 91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Mediane sul P-core: da 27 ns senza rete a 391 ns con P3. Fra i modelli, P3 va da 237 a 797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trasporto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Consegnare il pacchetto al nodo successivo: fra tutti i modelli e le versioni da 187 a 221 ns sul P-core, da 226 a 274 sull'E-core.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trasporto è un costo comune, che non dipende né dalla versione né dal modello. Il tempo minimo dall'arrivo alla ripartenza, in mediana, va da 221 ns (senza rete) a 595 ns (P3) sul P-core, da 267 a 741 sull'E-core.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CHE COSA NON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solo da versione e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prova per ogni decisione che il modello sa prendere  ·  P-core a 3,5 GHz  ·  mediane di 6 modelli (taglie) e 8 (decisioni)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Fra 64 e 1 514 byte il costo cambia dell'1,2 % in mediana, meno del rumore.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effetto,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entro il rumore. Scartare costa ~51 ns in più in mediana: la memoria si libera sul core del nodo.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un numero per versione e modello a descrivere il costo del nodo: taglia del pacchetto, porta d'uscita e TTL cambiano il costo meno del rumore di misura (±5 %). Solo scartare costa di più, ~51 ns, per come è fatto il banco.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IL NODO INTERO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Profondità e pesi a zero,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pacchetto, P-core  ·  profondità: mediane dei 53 modelli del disegno principale  ·  pesi a zero: 4 forme, contro lo stesso modello senza zeri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Profondità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(mediane per numero di strati). Secondo la legge ogni strato costa ~46 ns a P3, ~20 a P2, quasi niente a P1 e P1.5.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Pesi a zero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 delle 4 forme). Al 90 % di zeri il nodo con P1 costa 0,77 e con P1.5 0,83 volte lo stesso modello senza zeri; P2 e P3 restano a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Su tutta la popolazione la profondità costa soprattutto a P3 e P2, i pesi a zero aiutano solo P1 e P1.5. Il lavoro fisso del nodo (~67 ns) è lo stesso con qualunque modello.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~900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Mediane per numero di strati sui 53 modelli del disegno principale  ·  costo per strato stimato su 83 modelli senza zeri  ·  contatori del processore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(legge su 83 modelli). Ogni strato in più ne aggiunge 901 a P3 e 370 a P2, uguali su P-core ed E-core.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(legge). Ogni strato costa a P3 ~46 ns sul P-core, ~62 sull'E-core (tratteggio).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P3 esegue uno strato alla volta: a ogni strato salta a un altro programma e rilegge dalle tabelle dove si trova. È sempre lo stesso lavoro, per questo ogni strato costa uguale, su ogni modello.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LARGHEZZA E PARI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Larghezza e profondità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pacchetto, P-core; tratteggio: P3 sull'E-core  ·  larghezza: 53 modelli del disegno principale  ·  pari pesi: 10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Larghezza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(mediane). Con 2 neuroni per strato P1 costa 103 ns, con 8 158; P3 da 457 a 605 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A pari pesi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~592 pesi su 5 strati invece di 1: P2 +48 %, P3 +63 %, P1 e P1.5 solo +14–17 %.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Sull'E-core P3 ha la stessa forma, più in alto del 16–21 % (mediane): la forma migliore del modello non dipende dal core su cui girerà.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DUE MODI DI MISURARE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Poco traffico o nodo pieno: la rete di P2 e P3 costa uguale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letto dal programma stesso, con 0,25 e 0,5 milioni di pacchetti al secondo, meno il nodo senza rete  ·  mediane per strati, 53 modelli  · 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P3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(mediane). Con poco traffico la rete costa 1,02 volte quanto a nodo pieno: uguale, entro il rumore. Il pacchetto più veloce costa il 14 % meno della media.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P2: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1,03 volte, uguale entro il rumore. P1 e P1.5 no (0,77 e 0,83): la loro rete è troppo piccola per le due misure.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Due modi indipendenti di misurare la rete, a nodo pieno e con poco traffico, danno lo stesso costo per P2 e P3 su ogni modello. Il pacchetto più veloce è quello che trova la cache già pronta.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IL PREZZO DELLA CONFIGURABILITÀ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da +52 a +420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Mediane su 91 modelli (P2: 85)  ·  tempo per pacchetto, P-core  ·  letture e salti contati da una versione del programma che li conta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16 813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23–54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2–7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prezzo della configurabilità sta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(in mediana da 5 con P1 a 35 con P3)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(P3 ne fa uno per strato), non nelle moltiplicazioni. In mediana P2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4,3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P1, P3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7,8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; P1.5 quasi come P1.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CAMBIARE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versioni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installare un modello nuovo su un nodo già in servizio, scala logaritmica  ·  mediane su 89 modelli  ·  compilazione da zero, fuori dal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P1: si compila prima, fuori dal nodo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programma già compilato: fra i modelli da 0,3 a 1,5 ms. Compilarlo per un modello nuovo, su un'altra macchina: da 34 a 114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scrivendo le sue tabelle: fra i modelli da 0,24 a 0,51 ms, nessun compilatore sul nodo. Il programma generico si compila una volta sola, all'accensione (1,2–1,7 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Cambiare modello non è un criterio di scelta: sul nodo costa al più 6 ms, con ogni modello e ogni versione. Si sceglie sul costo per pacchetto e su dove serve un compilatore: P1 ne vuole uno per ogni modello nuovo, P2 e P3 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TAGLIA DELLA RETE E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della sola rete, P-core  ·  a sinistra: costo misurato meno quello previsto dalla legge, per taglia della rete  ·  a destra: 53 modelli del disegno principale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Nodi della rete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(mediane per taglia). Da 10 a 100 nodi il costo resta quello previsto dalla legge: al più 0,03 ns per nodo in più.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Larghezza del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Con 2 neuroni P1 costa 37 ns, con 8 90; P3 da 389 a 537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Mediane per numero di strati, 53 modelli del disegno principale  ·  dimensione: istruzioni del programma caricato  ·  tempo: sola rete,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(legge). P2: ~890 istruzioni in più per strato. P3: sempre 12 288.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(legge). Ogni strato costa a P3 ~46 ns, a P2 ~20, a P1 e P1.5 ~1.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modello profondo si paga sempre: P2 con un programma più grande da compilare, P3 con ~46 ns in più a ogni pacchetto per ogni strato. P3 è la versione più flessibile, ed è quella che la profondità rallenta di più.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pesi, da 1 a 5 strati, su 2 tipi di ingresso (10 modelli)  ·  mediane  ·  sola rete,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In mediana, gli stessi ~592 pesi su 5 strati invece di 1: P2 costa il 48 % in più, P3 il 63 % (~58 ns per strato).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 e P1.5: quasi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69–92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secondo forma e versione (mediane): P1 e P1.5 scrivono la rete per esteso, e la forma conta poco (~4 ns per strato).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che hanno i pesi nel programma la forma della rete si sceglie per l'accuratezza. Con quelle che li leggono da tabella, a parità di pesi conviene una rete larga e poco profonda: da 1 a 5 strati il costo sale del 48 % (P2) e del 63 % (P3).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PREVEDERE IL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 un modello si può prevedere prima di misurarlo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Stimata su 83 modelli senza pesi a zero, errore su modelli lasciati fuori  ·  grafico: costo meno la parte per strato  ·  tabella: quanto pesa ogni parte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fisso · moltipl. · strati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40 % · 50 % · 8 %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48 % · 46 % · 5 %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47 % · 18 % · 31 %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37 % · 18 % · 39 %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dirty="0" err="1">
                <a:solidFill>
                  <a:srgbClr val="222B36"/>
                </a:solidFill>
                <a:latin typeface="Calibri"/>
              </a:rPr>
              <a:t>Dove va il tempo.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 Con P1 e P1.5 circa metà è moltiplicazioni. Con P2 e P3 circa l'82 % è struttura: il lavoro fisso e quello per strato, cioè salti fra programmi e letture di tabella. Su modelli mai visti la legge sbaglia del 3–9 %.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Costo della rete ≈ fisso + moltiplicazioni × costo di una + strati × costo di uno.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P1: ~22 ns + 0,26 ns per moltiplicazione. P3: ~154 ns + 0,77 ns per moltiplicazione + ~46 ns per strato.</a:t>
            </a:r>
          </a:p>
        </p:txBody>
      </p:sp>
      <p:pic>
        <p:nvPicPr>
          <p:cNvPr id="14" name="Picture 13" descr="legge_cos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PESI 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accelerano solo P1 e P1.5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4 forme con il 50 e il 90 % di pesi a zero, confrontate con la legge stimata sui modelli senza zeri  ·  sola rete,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Al 90 % di zeri il programma scende a circa un terzo (0,34–0,35 volte) e la rete costa, in mediana, 0,62 volte il previsto: il compilatore toglie le moltiplicazioni per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Programma identico e costo come previsto: 1,02 volte per P2, 1,01 per P3 (mediane), uguale entro il rumore. Uno zero letto da una tabella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Mettere pesi a zero rende più veloci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solo le versioni con i pesi nel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al 90 % di zeri P1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0,44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P1.5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0,62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volte il previsto, in mediana. Con P2 e P3 non dà niente.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LEGGERE I NUMERI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cifra vale per 91 modelli, non per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Campagna dell'11–12 ottobre 2026, portatile di laboratorio (Intel Core Ultra 7 155H), core a frequenza fissa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Ogni misura è ripetuta su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91 reti neurali diverse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: da 5 a 117 ingressi, da 1 a 6 strati, da 2 a 8 neuroni per strato. Nessuna cifra è di un modello solo.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04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Si legge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Vuol dire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52 ns (in mediana)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metà dei modelli costa meno, metà di più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fra i modelli da 19 a 155 ns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dal modello più leggero al più pesante: sono modelli diversi, non un errore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85/85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vale su 85 modelli su 85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rumore ±5 %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una misura rifatta un altro giorno cambia fino a tanto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riceve il pacchetto, esegue la rete neurale per scegliere la porta d'uscita e lo inoltra;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senza rete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è lo stesso nodo senza rete neurale, il costo fisso. Core: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P-core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veloci,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efficienti,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LP 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a basso consumo. 1 ns = un miliardesimo di secondo.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di un pacchetto è il tempo di processore che serve per elaborarlo; 1 diviso quel tempo è la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capacità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quanti pacchetti al secondo il nodo regge.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
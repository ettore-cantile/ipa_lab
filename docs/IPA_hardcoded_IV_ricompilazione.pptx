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vector-map 1 lookup  ·  AOT-literal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Vincolo del professore (modelli noti a priori):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Segoe UI"/>
              </a:rPr>
              <a:t>a parità di tipo di feature la dimensione è fissa nella stessa rete — è una proprietà della TOPOLOGIA (condivisa da tutti i nodi), non un parametro del modello. I modelli scelgono solo QUALI tipi usare.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topology_config di rete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Lista ordinata di tipi: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link_state,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queue_occupancy,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ttl ]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N_IN = Σ size dei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topology_config di rete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della topologia: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File separato, condiviso da tutti i nodi. Le key topologiche nel model_meta vengono ignorate.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56048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8B949E"/>
                </a:solidFill>
                <a:latin typeface="Segoe UI"/>
              </a:rPr>
              <a:t>Stessa rete, modelli diversi:</a:t>
            </a:r>
            <a:r>
              <a:rPr sz="125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Il modello non sa più dove gira:</a:t>
            </a:r>
            <a:r>
              <a:rPr sz="1250" b="0">
                <a:solidFill>
                  <a:srgbClr val="E6EDF3"/>
                </a:solidFill>
                <a:latin typeface="Segoe UI"/>
              </a:rPr>
              <a:t>  dichiara solo quali tipi usa; le dimensioni le dà la topologia. Separazione di responsabilità.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25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Coerenza checkpoint ↔ topologia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Un modello addestrato per un'altra rete non parte più in silenzio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673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disallineamento silenzioso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Modello addestrato con N_IN=11 caricato su un nodo la cui topologia produce N_IN=13 → programma C sbagliato, caricato senza un solo errore. Inferenza errata.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673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check bloccante a monte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verify_shape_vs_checkpoint() legge fc1.weight.shape[1] dal checkpoint e lo confronta con l'N_IN della topologia. Diversi → ValueError, prima di generare 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13632"/>
            <a:ext cx="10972800" cy="118872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41648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n_in_checkpoint = state_dict['fc1.weight'].shape[1]      # ciò per cui è stato addestrato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D0C8"/>
                </a:solidFill>
                <a:latin typeface="Consolas"/>
              </a:rPr>
              <a:t>n_in_topo       = Σ feature_size(t, topology_config)     # ciò che il nodo costruisce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5A623"/>
                </a:solidFill>
                <a:latin typeface="Consolas"/>
              </a:rPr>
              <a:t>if n_in_checkpoint != n_in_topo:  raise ValueError(...)  # STOP prima della generazione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Perché conta: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un errore netto ed esplicito è meglio di un modello che gira su un IV incompatibile e sceglie next-hop sbagliati senza accorgersene. Il check è comune a BCC e AOT.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Ottimizzazione hot-path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Letture della mappa consolidate: da N lookup 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un lookup per slot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Ogni feature dense leggeva la mappa slot per slot: link_state = 6 bpf_map_lookup_elem, queue_occupancy = 4 → fino a 10 helper call/pacchetto.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un lookup per feature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La mappa ora è UNA entry struct-valued  {u32 v[N]}  a key 0: un solo lookup + N load diretti dal valore. 10 → 2 helper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03320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FB950"/>
                </a:solidFill>
                <a:latin typeface="Consolas"/>
              </a:rPr>
              <a:t>struct ls_vec { __u32 v[6]; };  BPF_ARRAY(link_state, struct ls_vec, 1);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int z=0; struct ls_vec *p = link_state.lookup(&amp;z);  // 1 lookup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if (p) { ls0=p-&gt;v[0]; ls1=p-&gt;v[1]; ... }             // N load, 0 helper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Applicata a tutte e 3 le pipeline</a:t>
            </a:r>
            <a:r>
              <a:rPr sz="1300" b="0">
                <a:solidFill>
                  <a:srgbClr val="E6EDF3"/>
                </a:solidFill>
                <a:latin typeface="Segoe UI"/>
              </a:rPr>
              <a:t>  (hardcoded · template · modular): solo COME si legge la mappa, l'architettura dispatcher + tail-call resta identica.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Verifica: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suite kernel PASS su tutte e 3; inferenza invariata; hardcoded scende di 5 lookup/pacchetto.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Clang non sparisce: esce dal nodo e dallo 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7208" y="1847088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#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8576" y="184708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84708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quando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2952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deploy sul nodo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12848"/>
            <a:ext cx="1092708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19842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212848"/>
            <a:ext cx="16184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12848"/>
            <a:ext cx="26700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sul nodo datapath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212848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al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2212848"/>
            <a:ext cx="15727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1660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17520"/>
            <a:ext cx="1092708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017520"/>
            <a:ext cx="19842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017520"/>
            <a:ext cx="16184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017520"/>
            <a:ext cx="26700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build box, offline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017520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prima del 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9256" y="3017520"/>
            <a:ext cx="15727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5.5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77639"/>
            <a:ext cx="10972800" cy="77724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096512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Onesto: </a:t>
            </a:r>
            <a:r>
              <a:rPr sz="1200" b="0">
                <a:solidFill>
                  <a:srgbClr val="E6EDF3"/>
                </a:solidFill>
                <a:latin typeface="Segoe UI"/>
              </a:rPr>
              <a:t>stesso numero di compilazioni (una per modello, i pesi sono literal). Cambia DOVE e QUANDO: clang gira offline sulla build box, prima; il nodo non esegue mai LLVM.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920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M nodi, stesso modello: 1 compilazione + M load da ~5 ms, invece di M×1660 ms di clang su ogni nodo.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Swap a caldo: cambiare modello sulla datapath viva costa 5.5 ms, non 1660 — clang fuori dal percorso critico.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8B949E"/>
                </a:solidFill>
                <a:latin typeface="Segoe UI"/>
              </a:rPr>
              <a:t>Non guadagni se compili sul nodo stesso al deploy: lì clang lo paghi comunque (1/modello).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AOT-literal: come funziona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Stessa topologia del BCC (dispatcher+tail-call+doppio parse) — numeri reali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Segoe UI"/>
              </a:rPr>
              <a:t>OFFLINE  ·  build box, 1× per modello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19" y="2258568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onsolas"/>
              </a:rPr>
              <a:t>gen_full_c.py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pesi literal → .bpf.c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39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79" y="2258568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Consolas"/>
              </a:rPr>
              <a:t>clang -O2 -target bpf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→ model.o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RUNTIME  ·  nodo datapath, per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91072" y="2258568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onsolas"/>
              </a:rPr>
              <a:t>bpf_object__open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+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5139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42832" y="2258568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2454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D0C8"/>
                </a:solidFill>
                <a:latin typeface="Consolas"/>
              </a:rPr>
              <a:t>BPF_PROG_TEST_RUN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perf full-path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474720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Costo di deploy (misurato)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069080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build offline (clang→.o)</a:t>
            </a:r>
            <a:r>
              <a:rPr sz="1250" b="1">
                <a:solidFill>
                  <a:srgbClr val="F5A623"/>
                </a:solidFill>
                <a:latin typeface="Consolas"/>
              </a:rPr>
              <a:t>   555 ms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484F58"/>
                </a:solidFill>
                <a:latin typeface="Segoe UI"/>
              </a:rPr>
              <a:t>   1× per modello, sulla build box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open_file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        0.58 ms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load (verify+JIT)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4.89 ms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deploy runtime totale</a:t>
            </a:r>
            <a:r>
              <a:rPr sz="1300" b="1">
                <a:solidFill>
                  <a:srgbClr val="3FB950"/>
                </a:solidFill>
                <a:latin typeface="Consolas"/>
              </a:rPr>
              <a:t>    5.47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1072" y="3474720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Performance — arch-fedele vs BCC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041648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8B949E"/>
                </a:solidFill>
                <a:latin typeface="Consolas"/>
              </a:rPr>
              <a:t>            AOT       BCC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insn      943      980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latenza   69 ns    66 ns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thrpt     14.5     15.2 Mpps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= identici (rumore di misura)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Stessa topologia del BCC (943 = disp 28 + model 915; test-run sul dispatcher). </a:t>
            </a:r>
            <a:r>
              <a:rPr sz="1200" b="0">
                <a:solidFill>
                  <a:srgbClr val="E6EDF3"/>
                </a:solidFill>
                <a:latin typeface="Segoe UI"/>
              </a:rPr>
              <a:t>AOT NON è più veloce del BCC: preserva la perf literal-max — il valore è clang fuori dal nodo e dallo swap.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confronto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BCC vs AOT-literal — deploy 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0087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deploy modello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6" y="187451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perf per-pacchetto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44584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clang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5146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5146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85149"/>
                </a:solidFill>
                <a:latin typeface="Consolas"/>
              </a:rPr>
              <a:t>~1660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51460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onsolas"/>
              </a:rPr>
              <a:t>66 ns · 980 insn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25146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Segoe UI"/>
              </a:rPr>
              <a:t>sì, ogni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29000"/>
            <a:ext cx="10927080" cy="749808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429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34290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5.5 ms (misurato)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342900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69 ns · 943 = BCC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3429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17720"/>
            <a:ext cx="10927080" cy="123444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19" y="4663440"/>
            <a:ext cx="107442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1" y="4672583"/>
            <a:ext cx="10780776" cy="11247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Per i modelli noti a priori: AOT-literal.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A parità di architettura (dispatcher + tail-call + doppio parse) la perf è IDENTICA al BCC (69 vs 66 ns/pacchetto, 943 vs 980 insn). La compilazione clang c'è ancora (1/modello) ma gira offline: sul nodo il deploy scende da 1660 ms a 5.5 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8B949E"/>
                </a:solidFill>
                <a:latin typeface="Segoe UI"/>
              </a:rPr>
              <a:t>method4 (BCC literal) resta intatto come fallback garantito: l'AOT-literal è un loader alternativo, non un rimpiazzo.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AOT-literal per QUALSIASI descrittore, se accettato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Oggi: solo descrittore default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L'AOT-literal genera C in dialetto libbpf, ma cablato al 65-4-4-7. Il path BCC invece copre già QUALSIASI feature-set sparse.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Se accettato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Portare le 3 _gen_feature_* (scalar · dense_vector · onehot) in dialetto libbpf → l'AOT copre ogni modello sparse. ≈ mezza giornata +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8B949E"/>
                </a:solidFill>
                <a:latin typeface="Segoe UI"/>
              </a:rPr>
              <a:t>differenza di dialetto — stessa logica, sintassi diversa: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BCC     :  BPF_ARRAY(m, t, n)     m.lookup(&amp;k)        (funzioni nude)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B950"/>
                </a:solidFill>
                <a:latin typeface="Consolas"/>
              </a:rPr>
              <a:t>libbpf  :  struct{...} SEC(.maps) bpf_map_lookup_elem(&amp;m,&amp;k)  SEC("xdp")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Nel frattempo: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il path BCC copre già ogni descrittore ed è il fallback garantito; l'AOT-literal si attiva sui modelli noti a priori con descrittore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In sintesi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Cosa cambia per l'hardcoded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86868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IV flessibile a costo zero: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descrittore di feature per-modello; il default 65-4-4-7 resta byte-identico (regressione).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19" y="297180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hot-path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N → 1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lookup per feature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297180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deploy modello</a:t>
            </a:r>
          </a:p>
          <a:p>
            <a:pPr algn="l"/>
            <a:r>
              <a:rPr sz="2400" b="1">
                <a:solidFill>
                  <a:srgbClr val="E6EDF3"/>
                </a:solidFill>
                <a:latin typeface="Georgia"/>
              </a:rPr>
              <a:t>1660 → 5.5 ms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via AOT-literal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1" y="297180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performance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= BCC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69 vs 66 ns (identici)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Nota: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method4 BCC literal resta il fallback garantito. L'AOT-literal è un loader alternativo, attivabile per i modelli noti a priori senza toccare l'architettura dispatcher + tail-call.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
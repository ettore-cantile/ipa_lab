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698480" y="457200"/>
            <a:ext cx="1051560" cy="941832"/>
          </a:xfrm>
          <a:prstGeom prst="hexagon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11292840" y="105156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0104120" y="164592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E6EDF3"/>
                </a:solidFill>
                <a:latin typeface="Georgia"/>
              </a:rPr>
              <a:t>Hardcoded flessibile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F5A623"/>
                </a:solidFill>
                <a:latin typeface="Consolas"/>
              </a:rPr>
              <a:t>Input vector generico + costo di ricompilazione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Segoe UI"/>
              </a:rPr>
              <a:t>Pipeline 1: dallo scenario FRR cablato a un descrittore di feature per-modello, senza perdere prestazioni — e come abbattere la ricompilazione.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1">
                <a:solidFill>
                  <a:srgbClr val="484F58"/>
                </a:solidFill>
                <a:latin typeface="Consolas"/>
              </a:rPr>
              <a:t>     ·     IV descriptor  ·  .rodata AOT  ·  BPF_PROG_TEST_RUN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Due limiti dell'hardcoded segnalati dal professore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5149"/>
                </a:solidFill>
                <a:latin typeface="Segoe UI"/>
              </a:rPr>
              <a:t>IV cablato sullo scenario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La struttura è sempre 64-x-x-7: il vettore di input è fisso per lo scenario FRR. Modelli per scenari diversi hanno feature e output diversi.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Segoe UI"/>
              </a:rPr>
              <a:t>Costo di ricompilazione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Ogni modello nuovo o modificato → sorgente C nuovo → clang ricompila tutto da zero. I pesi sono literal nel codice.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19" y="40233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4032503"/>
            <a:ext cx="1076248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58A6FF"/>
                </a:solidFill>
                <a:latin typeface="Segoe UI"/>
              </a:rPr>
              <a:t>Obiettivo</a:t>
            </a:r>
            <a:r>
              <a:rPr sz="1300" b="0">
                <a:solidFill>
                  <a:srgbClr val="E6EDF3"/>
                </a:solidFill>
                <a:latin typeface="Segoe UI"/>
              </a:rPr>
              <a:t>   rendere l'IV flessibile senza perdere le prestazioni superiori dell'hardcoded, e ridurre/eliminare la ricompilazione.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Vincolo del professore (modelli noti a priori):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Segoe UI"/>
              </a:rPr>
              <a:t>a parità di tipo di feature la dimensione è fissa nella stessa rete — è una proprietà del NODO, non un parametro del modello. I modelli scelgono solo QUALI tipi usare.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La nuova gestione dell'IV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Catalogo di tipi + descrittore per-modello + config del nodo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34290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Catalogo dei tipi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link_state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queue_occupancy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>
                <a:solidFill>
                  <a:srgbClr val="8B949E"/>
                </a:solidFill>
                <a:latin typeface="Segoe UI"/>
              </a:rPr>
              <a:t>  scalare dal pacchetto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ingress_iface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node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3 kind → scalar · dense_vector · onehot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59" y="1965960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Descrittore per-modello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Lista ordinata di tipi: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features = [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link_state,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queue_occupancy,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ttl ]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n_out = 7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N_IN = Σ size dei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920240"/>
            <a:ext cx="3410712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32278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066544"/>
            <a:ext cx="30449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D0C8"/>
                </a:solidFill>
                <a:latin typeface="Segoe UI"/>
              </a:rPr>
              <a:t>Config del 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La dimensione = proprietà del nodo: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n_interfaces = 6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n_nodes = 52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n_queues = 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link_state ha 6 slot per OGNI modello sullo stesso nodo.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Stesso nodo, modelli diversi:</a:t>
            </a:r>
            <a:r>
              <a:rPr sz="1300" b="0">
                <a:solidFill>
                  <a:srgbClr val="E6EDF3"/>
                </a:solidFill>
                <a:latin typeface="Segoe UI"/>
              </a:rPr>
              <a:t>  cambia solo il SET di tipi, non la loro dimensione. Il generatore emette il codice che costruisce quel preciso IV, feature per feature.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Retrocompatibilità: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senza descrittore → default [link_state, iface, ttl, node] = il classico 65-4-4-7, byte-identico.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flusso del pacchetto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Dall'arrivo su XDP all'azione, e come si costruisce l'IV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81051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162763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  <a:latin typeface="Consolas"/>
              </a:rPr>
              <a:t>XDP ingress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parse eth/ip/udp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3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1" y="1874519"/>
            <a:ext cx="1810512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87751" y="1920239"/>
            <a:ext cx="162763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9463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E6EDF3"/>
                </a:solidFill>
                <a:latin typeface="Consolas"/>
              </a:rPr>
              <a:t>IPA :9999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3983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tail call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5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0215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7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build IV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descrittore 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56447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59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fc1→fc2→out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39" y="1874519"/>
            <a:ext cx="1810512" cy="9601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12679" y="1920239"/>
            <a:ext cx="16276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154680"/>
            <a:ext cx="10972800" cy="306324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291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generate_ebpf_hardcoded()  —  IV costruito localmente, feature per 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70332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feat in features:            # descrittore ordinato del modello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pre, term = _gen_feature(feat, offset, ...)   # per KIND del tipo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scalar        -&gt; _ttl = ip-&gt;ttl                     (dal pacchetto)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dense_vector  -&gt; ls0..ls5 = link_state.lookup(i)    (da mappa BPF)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onehot        -&gt; switch(iface|node){...}            (1 peso/neurone)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j in range(n_h1):            # neurone nascosto j, pesi = literal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h1_j = RELU( Σ_feat term(j) + bias_j 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# fc2 -&gt; out -&gt; argmax -&gt; mac_table[best_cls] -&gt; rewrite MAC -&gt; redirect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Un esempio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Arriva un pacchetto per il modello 1 — come nasce l'IV per l'inferenza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Il pacchetto sul cavo  —  header IPA dentro UDP:9999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eth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0744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ip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23444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7984" y="2066543"/>
            <a:ext cx="116128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udp</a:t>
            </a:r>
          </a:p>
          <a:p>
            <a:pPr algn="ctr"/>
            <a:r>
              <a:rPr sz="1250" b="1">
                <a:solidFill>
                  <a:srgbClr val="58A6FF"/>
                </a:solidFill>
                <a:latin typeface="Consolas"/>
              </a:rPr>
              <a:t>dport 9999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011680"/>
            <a:ext cx="118872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2066543"/>
            <a:ext cx="111556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model_id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scale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0136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in_size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out_size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62088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98664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n_feat</a:t>
            </a:r>
          </a:p>
          <a:p>
            <a:pPr algn="ctr"/>
            <a:r>
              <a:rPr sz="1250" b="1">
                <a:solidFill>
                  <a:srgbClr val="3FB950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Segoe UI"/>
              </a:rPr>
              <a:t>Il pacchetto DICE quali feature usa: </a:t>
            </a:r>
            <a:r>
              <a:rPr sz="1200" b="0">
                <a:solidFill>
                  <a:srgbClr val="8B949E"/>
                </a:solidFill>
                <a:latin typeface="Segoe UI"/>
              </a:rPr>
              <a:t>n_feat = 3 coppie (tipo, size). Il tipo dice DA DOVE leggere; la size viene dal nodo.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383280"/>
            <a:ext cx="3383279" cy="54864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link_state · 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link_state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IV[0..5]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07407" y="3383280"/>
            <a:ext cx="3383279" cy="54864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8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queue_occupancy · 4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queue_state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IV[6..9]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5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5" y="3383280"/>
            <a:ext cx="3383279" cy="5486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5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ttl · 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ip-&gt;ttl (pacchetto)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IV[10]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scalare dal pacchetto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L'IV[11] costruito localmente, poi l'inferenza: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874519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138928"/>
            <a:ext cx="180136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  <a:latin typeface="Consolas"/>
              </a:rPr>
              <a:t>ls0 … ls5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5138928"/>
            <a:ext cx="150876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5138928"/>
            <a:ext cx="1435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qs0 … qs3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38928"/>
            <a:ext cx="77724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51376" y="5138928"/>
            <a:ext cx="7040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5A623"/>
                </a:solidFill>
                <a:latin typeface="Consolas"/>
              </a:rPr>
              <a:t>ttl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3752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6088" y="5138928"/>
            <a:ext cx="2331720" cy="7315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12664" y="5138928"/>
            <a:ext cx="22585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6EDF3"/>
                </a:solidFill>
                <a:latin typeface="Consolas"/>
              </a:rPr>
              <a:t>MLP int8 11-4-4-7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5" y="5138928"/>
            <a:ext cx="260604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4151" y="5138928"/>
            <a:ext cx="25328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argmax → redirect / drop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Abbattere la ricompilazione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Compila una volta per architettura, poi inietta i pesi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4173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307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Oggi: literal + BCC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I pesi sono literal nel C. BCC = clang a runtime: ogni modello ricompila tutto. ≈99.8% del costo è clang.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4173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307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Idea: AOT + pesi in .rodata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Compila il .o UNA volta per architettura. Nuovo modello → inietti i pesi in .rodata (frozen) e ricarichi. Zero clang.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11880"/>
            <a:ext cx="2606040" cy="10058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19" y="3657600"/>
            <a:ext cx="24231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666744"/>
            <a:ext cx="245973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58A6FF"/>
                </a:solidFill>
                <a:latin typeface="Consolas"/>
              </a:rPr>
              <a:t>model.bpf.c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const volatile W[N]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7832" y="38587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39" y="3611880"/>
            <a:ext cx="2606040" cy="10058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83279" y="3657600"/>
            <a:ext cx="24231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1" y="3666744"/>
            <a:ext cx="245973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onsolas"/>
              </a:rPr>
              <a:t>clang UNA volta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-&gt; model.o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9592" y="38587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11880"/>
            <a:ext cx="2606040" cy="10058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35040" y="3657600"/>
            <a:ext cx="242316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16752" y="3666744"/>
            <a:ext cx="245973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Consolas"/>
              </a:rPr>
              <a:t>inietta pesi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set_initial_value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38587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3611880"/>
            <a:ext cx="2606040" cy="10058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0" y="3657600"/>
            <a:ext cx="24231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68512" y="3666744"/>
            <a:ext cx="245973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D0C8"/>
                </a:solidFill>
                <a:latin typeface="Consolas"/>
              </a:rPr>
              <a:t>load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verifier freezes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9834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Modelli noti a priori:</a:t>
            </a:r>
            <a:r>
              <a:rPr sz="1300" b="0">
                <a:solidFill>
                  <a:srgbClr val="E6EDF3"/>
                </a:solidFill>
                <a:latin typeface="Segoe UI"/>
              </a:rPr>
              <a:t>  precompili offline tutte le architetture → a runtime inserire QUALSIASI modello di quelle arch = solo un load (~ms), mai clang.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Costo: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i pesi in .rodata sono load (non immediati) → c'è un prezzo per-pacchetto, misurato a lato.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Ricompilazione risolta, ma con un costo per-pacchetto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2103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2082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Inserire un modello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42032"/>
            <a:ext cx="4892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1">
                <a:solidFill>
                  <a:srgbClr val="F85149"/>
                </a:solidFill>
                <a:latin typeface="Consolas"/>
              </a:rPr>
              <a:t>literal (oggi)</a:t>
            </a:r>
            <a:r>
              <a:rPr sz="1200" b="0">
                <a:solidFill>
                  <a:srgbClr val="E6EDF3"/>
                </a:solidFill>
                <a:latin typeface="Segoe UI"/>
              </a:rPr>
              <a:t>   recompile clang  </a:t>
            </a:r>
            <a:r>
              <a:rPr sz="1250" b="1">
                <a:solidFill>
                  <a:srgbClr val="F85149"/>
                </a:solidFill>
                <a:latin typeface="Consolas"/>
              </a:rPr>
              <a:t>~ secondi</a:t>
            </a:r>
          </a:p>
          <a:p>
            <a:pPr algn="l">
              <a:spcAft>
                <a:spcPts val="900"/>
              </a:spcAft>
            </a:pPr>
            <a:r>
              <a:rPr sz="1250" b="1">
                <a:solidFill>
                  <a:srgbClr val="3FB950"/>
                </a:solidFill>
                <a:latin typeface="Consolas"/>
              </a:rPr>
              <a:t>rodata (AOT)</a:t>
            </a:r>
            <a:r>
              <a:rPr sz="1200" b="0">
                <a:solidFill>
                  <a:srgbClr val="E6EDF3"/>
                </a:solidFill>
                <a:latin typeface="Segoe UI"/>
              </a:rPr>
              <a:t>   inietta + load    </a:t>
            </a:r>
            <a:r>
              <a:rPr sz="1250" b="1">
                <a:solidFill>
                  <a:srgbClr val="3FB950"/>
                </a:solidFill>
                <a:latin typeface="Consolas"/>
              </a:rPr>
              <a:t>2.6 ms</a:t>
            </a:r>
          </a:p>
          <a:p>
            <a:pPr algn="l">
              <a:spcAft>
                <a:spcPts val="900"/>
              </a:spcAft>
            </a:pPr>
            <a:r>
              <a:rPr sz="1150" b="0">
                <a:solidFill>
                  <a:srgbClr val="F5A623"/>
                </a:solidFill>
                <a:latin typeface="Segoe UI"/>
              </a:rPr>
              <a:t>≈ 1000× più veloce sul redeploy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874519"/>
            <a:ext cx="5349240" cy="2103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082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Costo per-pacchetto (full-path)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578608"/>
            <a:ext cx="4892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8B949E"/>
                </a:solidFill>
                <a:latin typeface="Consolas"/>
              </a:rPr>
              <a:t>            latenza    throughput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literal   66 ns     15.2 Mpps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rodata    91 ns     11.0 Mpps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delta     +38%       −27%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19" y="42519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1" y="4261103"/>
            <a:ext cx="1076248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58A6FF"/>
                </a:solidFill>
                <a:latin typeface="Segoe UI"/>
              </a:rPr>
              <a:t>Diluizione:</a:t>
            </a:r>
            <a:r>
              <a:rPr sz="1250" b="0">
                <a:solidFill>
                  <a:srgbClr val="E6EDF3"/>
                </a:solidFill>
                <a:latin typeface="Segoe UI"/>
              </a:rPr>
              <a:t>  l'inferenza sola costa +94%, ma nel programma completo (parse/mappe/redirect condivisi) scende a +38%. rodata resta 4× più snello del template.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Bivio:</a:t>
            </a:r>
          </a:p>
          <a:p>
            <a:pPr algn="l">
              <a:spcAft>
                <a:spcPts val="600"/>
              </a:spcAft>
            </a:pPr>
            <a:r>
              <a:rPr sz="1250" b="1">
                <a:solidFill>
                  <a:srgbClr val="3FB950"/>
                </a:solidFill>
                <a:latin typeface="Consolas"/>
              </a:rPr>
              <a:t>rodata</a:t>
            </a:r>
            <a:r>
              <a:rPr sz="1250" b="0">
                <a:solidFill>
                  <a:srgbClr val="E6EDF3"/>
                </a:solidFill>
                <a:latin typeface="Segoe UI"/>
              </a:rPr>
              <a:t> = recompile-free, −27% throughput.    </a:t>
            </a:r>
            <a:r>
              <a:rPr sz="1250" b="1">
                <a:solidFill>
                  <a:srgbClr val="F5A623"/>
                </a:solidFill>
                <a:latin typeface="Consolas"/>
              </a:rPr>
              <a:t>patch immediati bytecode</a:t>
            </a:r>
            <a:r>
              <a:rPr sz="1250" b="0">
                <a:solidFill>
                  <a:srgbClr val="E6EDF3"/>
                </a:solidFill>
                <a:latin typeface="Segoe UI"/>
              </a:rPr>
              <a:t> = recompile-free E performance identica ai literal (0% perdita), più lavoro.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vecchio hardcoded con il nuovo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La generalizzazione non costa nulla al modello 65-4-4-7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1440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1072591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75104"/>
            <a:ext cx="10762488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Regressione:</a:t>
            </a:r>
            <a:r>
              <a:rPr sz="1300" b="0">
                <a:solidFill>
                  <a:srgbClr val="E6EDF3"/>
                </a:solidFill>
                <a:latin typeface="Segoe UI"/>
              </a:rPr>
              <a:t>  il descrittore di default riproduce l'IV storico byte-identico — stesso codice generato, stessi valori di inferenza.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63240"/>
            <a:ext cx="35204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19" y="3108960"/>
            <a:ext cx="33375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3118104"/>
            <a:ext cx="33741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xlated insn</a:t>
            </a:r>
          </a:p>
          <a:p>
            <a:pPr algn="l"/>
            <a:r>
              <a:rPr sz="3400" b="1">
                <a:solidFill>
                  <a:srgbClr val="E6EDF3"/>
                </a:solidFill>
                <a:latin typeface="Georgia"/>
              </a:rPr>
              <a:t>930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≈ 956 di produzione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3063240"/>
            <a:ext cx="35204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3108960"/>
            <a:ext cx="33375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3118104"/>
            <a:ext cx="33741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latenza / pacchetto</a:t>
            </a:r>
          </a:p>
          <a:p>
            <a:pPr algn="l"/>
            <a:r>
              <a:rPr sz="3400" b="1">
                <a:solidFill>
                  <a:srgbClr val="E6EDF3"/>
                </a:solidFill>
                <a:latin typeface="Georgia"/>
              </a:rPr>
              <a:t>66 ns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full-path, test-run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3063240"/>
            <a:ext cx="35204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1" y="3108960"/>
            <a:ext cx="33375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3" y="3118104"/>
            <a:ext cx="33741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3FD0C8"/>
                </a:solidFill>
                <a:latin typeface="Segoe UI"/>
              </a:rPr>
              <a:t>throughput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15.2 Mpps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compute puro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In sintesi:</a:t>
            </a:r>
            <a:r>
              <a:rPr sz="1300" b="0">
                <a:solidFill>
                  <a:srgbClr val="E6EDF3"/>
                </a:solidFill>
                <a:latin typeface="Segoe UI"/>
              </a:rPr>
              <a:t>  IV ora flessibile (feature-set per-modello) a costo zero per lo scenario FRR esistente; la ricompilazione ha una strada per scendere a millisecondi.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
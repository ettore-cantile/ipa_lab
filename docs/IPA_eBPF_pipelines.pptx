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24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2 programmi generici (layer_first + layer_hidden),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Il </a:t>
            </a:r>
            <a:r>
              <a:rPr sz="1350" b="1" dirty="0" err="1">
                <a:solidFill>
                  <a:srgbClr val="3FD0C8"/>
                </a:solidFill>
                <a:latin typeface="Segoe UI"/>
              </a:rPr>
              <a:t>modello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MLP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quantizzato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(post-training), scale factor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potenza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Aritmetica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pura: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float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Output = argmax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interfacce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uscita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8B949E"/>
                </a:solidFill>
                <a:latin typeface="Segoe UI"/>
              </a:rPr>
              <a:t>porta 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d'ingresso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
(6 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valori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dirty="0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polling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userspace</a:t>
            </a:r>
            <a:endParaRPr sz="950" b="0" dirty="0">
              <a:solidFill>
                <a:srgbClr val="8B949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B950"/>
                </a:solidFill>
                <a:latin typeface="Segoe UI"/>
              </a:rPr>
              <a:t>Effetto</a:t>
            </a:r>
            <a:r>
              <a:rPr sz="1350" b="1" dirty="0">
                <a:solidFill>
                  <a:srgbClr val="3FB950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sull'inferenza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Link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cade →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feature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0 →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l'argmax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può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scegliere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un'altra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uscita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All'avvio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Unica map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nell'inferenza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1 tail call,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3FB950"/>
                </a:solidFill>
                <a:latin typeface="Consolas"/>
              </a:rPr>
              <a:t>mac_table</a:t>
            </a:r>
            <a:r>
              <a:rPr sz="1300" b="1" dirty="0">
                <a:solidFill>
                  <a:srgbClr val="3FB950"/>
                </a:solidFill>
                <a:latin typeface="Consolas"/>
              </a:rPr>
              <a:t>[</a:t>
            </a:r>
            <a:r>
              <a:rPr sz="1300" b="1" dirty="0" err="1">
                <a:solidFill>
                  <a:srgbClr val="3FB950"/>
                </a:solidFill>
                <a:latin typeface="Consolas"/>
              </a:rPr>
              <a:t>cls</a:t>
            </a:r>
            <a:r>
              <a:rPr sz="1300" b="1" dirty="0">
                <a:solidFill>
                  <a:srgbClr val="3FB950"/>
                </a:solidFill>
                <a:latin typeface="Consolas"/>
              </a:rPr>
              <a:t>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 err="1">
                <a:solidFill>
                  <a:srgbClr val="8B949E"/>
                </a:solidFill>
                <a:latin typeface="Segoe UI"/>
              </a:rPr>
              <a:t>ifindex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85 ns · 11.8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64399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B950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implementata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dispatcher leggero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estrae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UNA tail call verso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restano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signed char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sorgente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C, zero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completamente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srotolata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map lookup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switch(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e uno switch(node) per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evita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l'esplosione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rami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sommato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ls_i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* w[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j,i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neuroni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model_cache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era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residuo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(gate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is_valid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blob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—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rimosso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concorrenti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REGISTRATI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65-4-4-7)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routing dispatcher-&gt;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model_progs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], PASS.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P1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generatore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 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globali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Azione ora via mac_table[cls] (stesso pattern di P2/P3): riscrive i MAC src/dst reali prima del redirect (era solo switch(cls)-&gt;ifindex, senza MAC rewrite).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46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link_state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dalla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mappa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  <a:endParaRPr sz="1100" b="0" dirty="0">
              <a:solidFill>
                <a:schemeClr val="tx1">
                  <a:lumMod val="50000"/>
                  <a:lumOff val="50000"/>
                </a:schemeClr>
              </a:solidFill>
              <a:latin typeface="Consolas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neurone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letterali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C,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nessuna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F5A623"/>
                </a:solidFill>
                <a:latin typeface="Segoe UI"/>
              </a:rPr>
              <a:t>Perché</a:t>
            </a:r>
            <a:r>
              <a:rPr sz="135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così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static const array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indicizzati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variabili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runtime: il verifier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rifiuta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Soluzione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uno switch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per node,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scalari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Costo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dell'update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rigenera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C,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LLVM,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ricarica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hot-swap: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specializzazione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minima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legge arch_weights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77641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implementata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famiglia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"2 hidden layer" (arch_generic_2layer): input/output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protocollo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n_h1/n_h2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T2_MAX_H1/T2_MAX_H2 --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stanno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(BPF_ARRAY),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con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offset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 fc1: acc +=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*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woff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j*65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sui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65-6-5-7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diversa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hidden layer)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Ogni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CPU ha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copia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lock,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contesa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leggono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scrivono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attivazioni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intermedie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Il layout 65 feature è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identico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dispatcher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 (n_layers-1)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forma), MAI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sequenza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tail-call: slot0=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slot1..15=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sempre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uguali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N tail call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dirty="0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Il fabric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Kathara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non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consegna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UDP:9999 end-to-end,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quindi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correttezza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verifica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caricando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programmi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XDP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reali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ed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eseguendo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3FD0C8"/>
                </a:solidFill>
                <a:latin typeface="Segoe UI"/>
              </a:rPr>
              <a:t>single-pass e </a:t>
            </a:r>
            <a:r>
              <a:rPr sz="1400" b="1" dirty="0" err="1">
                <a:solidFill>
                  <a:srgbClr val="3FD0C8"/>
                </a:solidFill>
                <a:latin typeface="Segoe UI"/>
              </a:rPr>
              <a:t>uniforme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sulle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3 pipeline: pre-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installa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[0..5],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volta 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controlla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che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scelta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dal kernel =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riferimento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ctx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custom: sotto TEST_RUN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riferimento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Python assume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ingress_ifindex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=0 per P1 (la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ifindex_table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valore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) e =1 per P2/P3 (clamp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diretto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sul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valore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osservato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realmente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Criterio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PASS: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retval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∈ {0,4} (redirect) 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cls_stats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ref_cls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3FB950"/>
                </a:solidFill>
                <a:latin typeface="Consolas"/>
              </a:rPr>
              <a:t>✓  3 pipeline · TTL 1–5 · 5/5 PASS </a:t>
            </a:r>
            <a:r>
              <a:rPr sz="1600" b="1" dirty="0" err="1">
                <a:solidFill>
                  <a:srgbClr val="3FB950"/>
                </a:solidFill>
                <a:latin typeface="Consolas"/>
              </a:rPr>
              <a:t>ciascuna</a:t>
            </a:r>
            <a:r>
              <a:rPr sz="1600" b="1" dirty="0">
                <a:solidFill>
                  <a:srgbClr val="3FB950"/>
                </a:solidFill>
                <a:latin typeface="Consolas"/>
              </a:rPr>
              <a:t> · </a:t>
            </a:r>
            <a:r>
              <a:rPr sz="1600" b="1" dirty="0" err="1">
                <a:solidFill>
                  <a:srgbClr val="3FB950"/>
                </a:solidFill>
                <a:latin typeface="Consolas"/>
              </a:rPr>
              <a:t>pkt_stats</a:t>
            </a:r>
            <a:r>
              <a:rPr sz="1600" b="1" dirty="0">
                <a:solidFill>
                  <a:srgbClr val="3FB950"/>
                </a:solidFill>
                <a:latin typeface="Consolas"/>
              </a:rPr>
              <a:t>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31968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963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4 591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328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11.765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85 ns, 11.8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328 B, 963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4494"/>
              </p:ext>
            </p:extLst>
          </p:nvPr>
        </p:nvGraphicFramePr>
        <p:xfrm>
          <a:off x="640080" y="2011680"/>
          <a:ext cx="8586216" cy="246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1 332.624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1 165.954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1 122.082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1.629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1.100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886.545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1.032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0.850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1 498.204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2.002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1.553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268.769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0.427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0.321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D0C8"/>
                </a:solidFill>
                <a:latin typeface="Segoe UI"/>
              </a:rPr>
              <a:t>Lettura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~690-1020x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lento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aggiunto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template/modular: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bpf_map_update_elem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setup one-time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pagato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conferma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update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economico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Solo layer_first (hop 0) legge link_state[0..5], lettura sparsa come P1/P2.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layer_hidden (hop successivi) non la vede mai: riceve solo scratch_acts gia' calcolato.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NON tocca link_state: scrive solo 5 slot di meta (model_id, scale, layer_idx, ingress_if, ttl).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lettura sparsa di P1/P2, non un array denso da 65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reale: un blocco denso unico compilava a 19983 istr. (limite 4096 su questo kernel) -- split in layer_first (sparso) + layer_hidden (denso).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scrivi pesi + layer_shapes/registry (no reload programmi)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input/output generalizzati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Dal 65-4-4-7 fisso a un vettore parametrico per scenario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N_IN generico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2·n_if+1+n_nodes
(era fisso 65)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dense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payload reale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8B949E"/>
                </a:solidFill>
                <a:latin typeface="Segoe UI"/>
              </a:rPr>
              <a:t>feature nel pacchetto,
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n_in/n_out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 liberi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meta.json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per modello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scenario + shape
dichiarati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6/52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dirty="0">
                <a:solidFill>
                  <a:srgbClr val="E6EDF3"/>
                </a:solidFill>
                <a:latin typeface="Consolas"/>
              </a:rPr>
              <a:t>default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shape storica
identica a prima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Prima: </a:t>
            </a:r>
            <a:r>
              <a:rPr sz="1350" b="1">
                <a:solidFill>
                  <a:srgbClr val="F5A623"/>
                </a:solidFill>
                <a:latin typeface="Segoe UI"/>
              </a:rPr>
              <a:t>N_IN=65 e N_OUT=7</a:t>
            </a:r>
            <a:r>
              <a:rPr sz="1350" b="0">
                <a:solidFill>
                  <a:srgbClr val="8B949E"/>
                </a:solidFill>
                <a:latin typeface="Segoe UI"/>
              </a:rPr>
              <a:t> erano costanti Python e letterali C hardcoded nelle 3 pipeline. Ora (P1): due generatori, </a:t>
            </a:r>
            <a:r>
              <a:rPr sz="1350" b="1">
                <a:solidFill>
                  <a:srgbClr val="3FB950"/>
                </a:solidFill>
                <a:latin typeface="Segoe UI"/>
              </a:rPr>
              <a:t>sparse e dense</a:t>
            </a:r>
            <a:r>
              <a:rPr sz="1350" b="0">
                <a:solidFill>
                  <a:srgbClr val="8B949E"/>
                </a:solidFill>
                <a:latin typeface="Segoe UI"/>
              </a:rPr>
              <a:t>, derivano lo shape da model_meta.json — stesso datapath zero-lookup, nessuna perdita di prestazioni sul default 65-4-4-7.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generate_ebpf_hardcoded(w, scale, n_interfaces=4, n_nodes=10,  # sparse: N_IN=29 N_OUT=5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                    hidden_dims=(3,3))                    # stesso zero-lookup, shape diversa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generate_ebpf_hardcoded_dense(w, scale, n_in=10, n_out=4)      # dense: feature lette dal payload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3699</Words>
  <Application>Microsoft Office PowerPoint</Application>
  <PresentationFormat>Widescreen</PresentationFormat>
  <Paragraphs>392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17</cp:revision>
  <dcterms:created xsi:type="dcterms:W3CDTF">2013-01-27T09:14:16Z</dcterms:created>
  <dcterms:modified xsi:type="dcterms:W3CDTF">2026-07-13T09:37:34Z</dcterms:modified>
  <cp:category/>
</cp:coreProperties>
</file>
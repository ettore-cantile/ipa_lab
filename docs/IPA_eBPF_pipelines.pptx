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902" y="2494263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Lo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neurale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può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vivere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datapath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eBPF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in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tre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modi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specializza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codice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aumenta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velocità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picco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ma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diminuisce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 err="1">
                <a:solidFill>
                  <a:srgbClr val="8B949E"/>
                </a:solidFill>
                <a:latin typeface="Segoe UI"/>
              </a:rPr>
              <a:t>Aumentando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crescono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tail call, map lookup e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istruzioni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; cala il throughput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massimo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9502" y="162400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5534" y="182517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9502" y="308704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5534" y="328821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9502" y="455008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5534" y="4751253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2 programmi generici (layer_first + layer_hidden),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1 tail call,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95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950" b="0" dirty="0">
                <a:solidFill>
                  <a:srgbClr val="8B949E"/>
                </a:solidFill>
                <a:latin typeface="Segoe UI"/>
              </a:rPr>
              <a:t>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dirty="0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dirty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328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85 ns · 11.8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B950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3FB950"/>
                </a:solidFill>
                <a:latin typeface="Segoe UI"/>
              </a:rPr>
              <a:t>implementata</a:t>
            </a:r>
            <a:endParaRPr sz="1350" b="1" dirty="0">
              <a:solidFill>
                <a:srgbClr val="3FB950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dispatcher leggero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estrae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esegue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UNA tail call verso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restano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letterali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signed char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sorgente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C, zero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Inferenza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65→4→4→7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completamente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srotolata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map lookup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switch(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e uno switch(node) per model_&lt;id&gt;: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evita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l'esplosione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rami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mappa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sommato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ls_i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* w[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j,i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neuroni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model_cache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era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residuo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(gate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is_valid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blob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usato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—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rimosso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concorrenti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REGISTRATI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65-4-4-7)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verifica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routing dispatcher-&gt;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model_progs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], PASS.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P1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generatore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 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globali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Azione ora via mac_table[cls] (stesso pattern di P2/P3): riscrive i MAC src/dst reali prima del redirect (era solo switch(cls)-&gt;ifindex, senza MAC rewrite).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/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464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link_state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dalla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mappa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  <a:endParaRPr sz="1100" b="0" dirty="0">
              <a:solidFill>
                <a:schemeClr val="tx1">
                  <a:lumMod val="50000"/>
                  <a:lumOff val="50000"/>
                </a:schemeClr>
              </a:solidFill>
              <a:latin typeface="Consolas"/>
            </a:endParaRP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/*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neurone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letterali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C,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nessuna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pesi</a:t>
            </a:r>
            <a:r>
              <a:rPr sz="11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F5A623"/>
                </a:solidFill>
                <a:latin typeface="Segoe UI"/>
              </a:rPr>
              <a:t>Perché</a:t>
            </a:r>
            <a:r>
              <a:rPr sz="135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così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static const array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indicizzati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variabili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runtime: il verifier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rifiuta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Soluzione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uno switch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iface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per node,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scalari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Costo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dell'update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rigenera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il C,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LLVM,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ricarica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Nessun hot-swap: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specializzazione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minima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n_h1,n_h2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150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3977641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5A623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5A623"/>
                </a:solidFill>
                <a:latin typeface="Segoe UI"/>
              </a:rPr>
              <a:t>implementata</a:t>
            </a:r>
            <a:endParaRPr sz="1350" b="1" dirty="0">
              <a:solidFill>
                <a:srgbClr val="F5A623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Un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l’intera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famiglia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"2 hidden layer" (arch_generic_2layer): input/output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protocollo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n_h1/n_h2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da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T2_MAX_H1/T2_MAX_H2 --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un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int8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stanno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in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(BPF_ARRAY),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con lookup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offset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[0..5]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nel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loop fc1: acc +=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*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woff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j*65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load_arch_weights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sui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ricompilazione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65-6-5-7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diversa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hidden layer)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arch_generic_2layer (ebpf_template_arch.py) -- semplificato, n_h1/n_h2 runtime fino a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163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1" y="4050792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3" y="4123944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85149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implementata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Due soli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generici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vettore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65-feature)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1..N-1,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n_in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n_out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-- non uno per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dicono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 ha il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la forma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ciascuno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“Ultimo layer” e'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deciso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(layer_idx+1==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n_layers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non da quale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occupa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slot di tail-call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condividono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chain senza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conflitti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 tail call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l’ultimo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hop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argmax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bpf_redirect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load_modular_weights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scrive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nuova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lista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layer): cambia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senza reload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(3 layer)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65-5-6-4-7 (4 layer,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+ layer_first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583181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modular_dispatcher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: niente array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, solo 5 slot meta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[MODEL_ID]=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model_id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[SCALE]=scale;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[LAYER_IDX]=0;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[INGRESS_IF]=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ifidx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[TTL]=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E6EDF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ctx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, 0);              /* tail call -&gt;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: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lettura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sparsa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(come P2), NON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su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65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acc = bias(j)+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*W[..+12]+sum(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]*W[..+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])+W[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if(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n_layers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==1) argmax(acc); else {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scratch_acts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[j]=RELU(acc);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(ctx,1);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Ogni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CPU ha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sua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copia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lock,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nessuna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contesa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leggono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scrivono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attivazioni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intermedie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Il layout 65 feature è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identico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325112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dispatcher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x (n_layers-1)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architettura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cambiare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forma), MAI la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sequenza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tail-call: slot0=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, slot1..15=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sempre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uguali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Massima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al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costo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 N tail call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il riferimento Python assume ingress_ifindex=0 per P1 (la sua ifindex_table non mappa il valore reale) e =1 per P2/P3 (clamp diretto sul valore osservato realmente dal kernel in sandbox).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701619"/>
              </p:ext>
            </p:extLst>
          </p:nvPr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963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4 591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Map lookup / pkt (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reale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9.0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328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11.765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57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85 ns, 11.8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328 B, 963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994494"/>
              </p:ext>
            </p:extLst>
          </p:nvPr>
        </p:nvGraphicFramePr>
        <p:xfrm>
          <a:off x="640080" y="2011680"/>
          <a:ext cx="8586216" cy="246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1 332.624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1 165.954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1 122.082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1.629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1.100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886.545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1.032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0.850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1 498.204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2.002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1.553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268.769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0.427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0.321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 err="1">
                <a:solidFill>
                  <a:srgbClr val="3FD0C8"/>
                </a:solidFill>
                <a:latin typeface="Segoe UI"/>
              </a:rPr>
              <a:t>Lettura</a:t>
            </a:r>
            <a:endParaRPr sz="1350" b="1" dirty="0">
              <a:solidFill>
                <a:srgbClr val="3FD0C8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~690-1020x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lento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aggiunto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template/modular: solo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bpf_map_update_elem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setup one-time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pagato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una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conferma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= update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economico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Solo layer_first (hop 0) legge link_state[0..5], lettura sparsa come P1/P2.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layer_hidden (hop successivi) non la vede mai: riceve solo scratch_acts gia' calcolato.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NON tocca link_state: scrive solo 5 slot di meta (model_id, scale, layer_idx, ingress_if, ttl).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lettura sparsa di P1/P2, non un array denso da 65 slot.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P3 reale: un blocco denso unico compilava a 19983 istr. (limite 4096 su questo kernel) -- split in layer_first (sparso) + layer_hidden (denso).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scrivi pesi + layer_shapes/registry (no reload programmi)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3549</Words>
  <Application>Microsoft Office PowerPoint</Application>
  <PresentationFormat>Widescreen</PresentationFormat>
  <Paragraphs>390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13</cp:revision>
  <dcterms:created xsi:type="dcterms:W3CDTF">2013-01-27T09:14:16Z</dcterms:created>
  <dcterms:modified xsi:type="dcterms:W3CDTF">2026-07-12T09:25:55Z</dcterms:modified>
  <cp:category/>
</cp:coreProperties>
</file>
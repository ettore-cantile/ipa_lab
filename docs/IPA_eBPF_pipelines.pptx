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644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965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86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risultato controintuitivo: il template è anche il più veloce.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key → fwd_table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Chiave di forwarding e redirect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(val + OFF·scale)/scale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fwd_table[key]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Chiave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key = (best_val + OFFSET·scale) / scale (divisione unsigned).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OFFSET mantiene il numeratore positivo (BPF non ha divisione signed 64-bit).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stessa formula in P1/P2/P3 rende le tre pipeline confrontabili.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HIT: fwd_table[key] trovata e TTL coerente → riscrive MAC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FAKE: key presente ma TTL sbagliato → evento verso il control plane.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MISS: nessuna regola → XDP_PASS.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Per P2/P3 la verifica è </a:t>
            </a:r>
            <a:r>
              <a:rPr sz="1400" b="1">
                <a:solidFill>
                  <a:srgbClr val="3FD0C8"/>
                </a:solidFill>
                <a:latin typeface="Segoe UI"/>
              </a:rPr>
              <a:t>a due passate</a:t>
            </a:r>
            <a:r>
              <a:rPr sz="1400" b="0">
                <a:solidFill>
                  <a:srgbClr val="8B949E"/>
                </a:solidFill>
                <a:latin typeface="Segoe UI"/>
              </a:rPr>
              <a:t>: si cattura la chiave di forwarding emessa dal kernel, la si installa in fwd_table, si ri-esegue e si controlla che il redirect scatti.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La baseline usa link_state seed a tutti-up, coerente con il modello di riferimento in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pkt_stats[HIT]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1 057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1 968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13 488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5 081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8 766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57 523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~264 †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28 420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1030.0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131.0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562.0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0.971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7.634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1.779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 più veloce (131 ns).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hardcoded puro: memoria mappe minima.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≈13×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† Rimisurare: </a:t>
            </a:r>
            <a:r>
              <a:rPr sz="1200" b="0">
                <a:solidFill>
                  <a:srgbClr val="8B949E"/>
                </a:solidFill>
                <a:latin typeface="Segoe UI"/>
              </a:rPr>
              <a:t>tabella raccolta prima della rimozione di model_cache (P1 hardcoded puro) e del link_state reale. Memoria P1 attesa 83 KB → ~264 B; +~30–40 istruzioni per i 6 lookup link_state; latenza ~invariata.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più veloce nei nostri 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
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8463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Lo stesso modello neurale può vivere nel datapath eBPF in </a:t>
            </a:r>
            <a:r>
              <a:rPr sz="1400" b="1">
                <a:solidFill>
                  <a:srgbClr val="F5A623"/>
                </a:solidFill>
                <a:latin typeface="Segoe UI"/>
              </a:rPr>
              <a:t>tre modi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Più si specializza il codice, più aumenta la velocità di picco ma diminuisce la flessibilità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Segoe UI"/>
              </a:rPr>
              <a:t>Aumentando la flessibilità crescono tail call, map lookup e istruzioni eBPF; cala il throughput massimo.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96596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2472" y="216712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42900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2472" y="363016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489204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62472" y="5093207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ipa_switch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pesi = letterali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264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32 ns · 31.3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programma eBPF dedicato per modello: i pesi int8 sono letterali signed char nel sorgente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tutto il programma: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link_state[0..5] letti dalla mappa (feature, non pesi)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_lk=0; _lp=link_state.lookup(&amp;_lk); if (_lp) ls0=(long long)(*_lp);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...  ls5 = link_state[5]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neurone fc1: pesi come letterali C, nessuna lookup pesi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long long h1_0 = RELU_LL( (__s64)_ttl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arch_65_4_4_7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~322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7.4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125 ns · 8.0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forma di rete (arch_65_4_4_7): N modelli con la stessa architettura lo riusano.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legge arch_registry[model_id] → arch_id e fa una tail call al programma architetturale.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indice aritmetico.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del modello = bpf_map_update_elem sui pesi. Nessuna ricompilazione, nessun reload.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arch_65_4_4_7 (ebpf_template_arch.py)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for (j = 0; j &lt; 4; j++) {          /* neuroni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ttl  * W[woff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for (i = 0; i &lt; 6; i++)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acc += link_state[i] * W[woff + j*65 + 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W[iface_idx];  acc += W[node_idx];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(125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layer_65_4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fc1 + ReLU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fc2 + ReLU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out +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~384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19.8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590 ns · 1.70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layer è un programma eBPF separato; sono concatenati via layer_chain (BPF_PROG_ARRAY) con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attivazioni intermedie passano in una BPF_PERCPU_ARRAY (scratch): niente stack, niente contese.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scrive le feature in scratch — incluse link_state[0..5] nei primi 6 slot — e avvia la catena.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3 tail call reali per pacchetto; l'ultimo blocco calcola argmax → mac_table[classe]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= cambia pesi e/o sequenza dei layer; hot-swap di un singolo blocco senza reload.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for (i = 0; i &lt; 65; i++) scratch_acts[i] = 0;    /* azzera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for (i = 0; i &lt; 6;  i++)         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scratch_acts[i] = link_state[i];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scratch_acts[12] = ttl;  scratch_acts[6+iface] = 1;  scratch_acts[13+node] = 1;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5A623"/>
                </a:solidFill>
                <a:latin typeface="Consolas"/>
              </a:rPr>
              <a:t>layer_chain.call(ctx, 0);        /* tail call -&gt; layer_65_4 */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→ layer_65_4 → layer_4_4 → layer_4_7_argmax.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 sequenza in layer_chain.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al costo di 3 salti per pacchetto.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Verifica </a:t>
            </a:r>
            <a:r>
              <a:rPr sz="1400" b="1">
                <a:solidFill>
                  <a:srgbClr val="3FD0C8"/>
                </a:solidFill>
                <a:latin typeface="Segoe UI"/>
              </a:rPr>
              <a:t>single-pass e uniforme</a:t>
            </a:r>
            <a:r>
              <a:rPr sz="1400" b="0">
                <a:solidFill>
                  <a:srgbClr val="8B949E"/>
                </a:solidFill>
                <a:latin typeface="Segoe UI"/>
              </a:rPr>
              <a:t> sulle 3 pipeline: pre-installa mac_table[0..5], esegue una volta e controlla che la classe scelta dal kernel = classe del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Nessun ctx custom: sotto TEST_RUN l'ingress_ifindex di sandbox cade fuori dai range attesi di tutte e 3, quindi combaciano allo stesso modo col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cls_stats[ref_cls]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64792"/>
                <a:gridCol w="1764792"/>
                <a:gridCol w="1764792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996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2 618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13 441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4 658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11 464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57 224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 (leaf)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Map lookup / pkt (stima)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384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264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7 560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20 232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125.0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590.0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31.250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8.000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1.695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veloce: 32 ns, 31.3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compatto: 264 B, 996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costo cresce P1→P2→P3.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≈13× istruzioni di P1.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</a:t>
            </a:r>
            <a:r>
              <a:rPr sz="1200" b="0">
                <a:solidFill>
                  <a:srgbClr val="8B949E"/>
                </a:solidFill>
                <a:latin typeface="Segoe UI"/>
              </a:rPr>
              <a:t>argmax → mac_table[classe] → bpf_redirect su tutte e 3 (P1 hardcoded in uno switch, 0 lookup). L'inferenza è identica nelle 3 (classe kernel = riferimento Python); differisce solo il design. Ordine coerente con la tassonomia.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
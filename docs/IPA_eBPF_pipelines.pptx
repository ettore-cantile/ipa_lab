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644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965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286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link_state[0..5] letti dalla mappa (feature, non pesi)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_lk=0; _lp=link_state.lookup(&amp;_lk); if (_lp) ls0=(long long)(*_lp);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...  ls5 = link_state[5]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neurone fc1: pesi come letterali C, nessuna lookup pesi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long long h1_0 = RELU_LL( (__s64)_ttl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arch_65_4_4_7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forma di rete (arch_65_4_4_7): N modelli con la stessa architettura lo riusano.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legge arch_registry[model_id] → arch_id e fa una tail call al programma architetturale.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indice aritmetico.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del modello = bpf_map_update_elem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for (j = 0; j &lt; 4; j++) {          /* neuroni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ttl  * W[woff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for (i = 0; i &lt; 6; i++)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acc += link_state[i] * W[woff + j*65 + 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W[iface_idx];  acc += W[node_idx];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risultato controintuitivo: il template è anche il più veloce.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layer_65_4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fc1 + ReLU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fc2 + ReLU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out + argmax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layer è un programma eBPF separato; sono concatenati via layer_chain (BPF_PROG_ARRAY) con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attivazioni intermedie passano in una BPF_PERCPU_ARRAY (scratch): niente stack, niente contese.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scrive le feature in scratch — incluse link_state[0..5] nei primi 6 slot — e avvia la catena.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3 tail call reali per pacchetto; l'ultimo blocco calcola argmax → key → fwd_table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cambia pesi e/o sequenza dei layer; hot-swap di un singolo blocco senza reload.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Chiave di forwarding e redirect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(val + OFF·scale)/scale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fwd_table[key]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lookup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Chiave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key = (best_val + OFFSET·scale) / scale (divisione unsigned).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OFFSET mantiene il numeratore positivo (BPF non ha divisione signed 64-bit).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stessa formula in P1/P2/P3 rende le tre pipeline confrontabili.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HIT: fwd_table[key] trovata e TTL coerente → riscrive MAC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FAKE: key presente ma TTL sbagliato → evento verso il control plane.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MISS: nessuna regola → XDP_PASS.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Per P2/P3 la verifica è </a:t>
            </a:r>
            <a:r>
              <a:rPr sz="1400" b="1">
                <a:solidFill>
                  <a:srgbClr val="3FD0C8"/>
                </a:solidFill>
                <a:latin typeface="Segoe UI"/>
              </a:rPr>
              <a:t>a due passate</a:t>
            </a:r>
            <a:r>
              <a:rPr sz="1400" b="0">
                <a:solidFill>
                  <a:srgbClr val="8B949E"/>
                </a:solidFill>
                <a:latin typeface="Segoe UI"/>
              </a:rPr>
              <a:t>: si cattura la chiave di forwarding emessa dal kernel, la si installa in fwd_table, si ri-esegue e si controlla che il redirect scatti.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La baseline usa link_state seed a tutti-up, coerente con il modello di riferimento in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pkt_stats[HIT]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1 095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2 897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13 645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5 132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12 575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58 146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Map lookup / pkt (stima)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384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264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15 796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28 468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1109.0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339.0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1291.0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0.902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2.950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0.775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79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 più veloce (339 ns).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hardcoded puro: solo 264 B di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≈12× istruzioni di P1.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Misurato dopo link_state reale + rimozione di model_cache: </a:t>
            </a:r>
            <a:r>
              <a:rPr sz="1200" b="0">
                <a:solidFill>
                  <a:srgbClr val="8B949E"/>
                </a:solidFill>
                <a:latin typeface="Segoe UI"/>
              </a:rPr>
              <a:t>la memoria mappe di P1 crolla da 83 KB a 264 B (model_cache era il 99%); il popolamento link_state costa +38 istruzioni su P1, +~930 su P2. Latenza/throughput hanno varianza run-to-run.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più veloce nei nostri 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
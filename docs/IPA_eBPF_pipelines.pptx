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3" r:id="rId24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 ns · 31.3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l’intera famiglia "2 hidden layer" (arch_generic_2layer): input/output fissi dal protocollo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larghezze n_h1/n_h2 sono lette a runtime da arch_registry, fino al tetto compilato T2_MAX_H1/T2_MAX_H2 -- nessuna ricompilazione per un modello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offset calcolato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modello/larghezza = load_arch_weights()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(125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Due soli programmi generici: layer_first (hop 0, lettura sparsa del vettore 65-feature) e layer_hidden (hop 1..N-1, denso n_in-&gt;n_out) -- non uno per layer fisso.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Profondita E larghezza sono dinamiche: layer_registry/layer_shapes dicono a runtime quanti layer ha il modello e la forma di ciascuno.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“Ultimo layer” e' deciso dai dati (layer_idx+1==n_layers), non da quale programma occupa lo slot di tail-call -- modelli con profondita diverse condividono lo stesso chain senza conflitti.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 tail call reali per pacchetto (dipende dalla profondita del modello); l’ultimo hop calcola argmax -&gt; mac_table[classe] -&gt;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load_modular_weights() scrive pesi + layer_shapes + layer_registry (nuova lista layer): cambia profondita E larghezza senza reload dei 2 programmi eBPF.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l'ingress_ifindex di sandbox cade fuori dai range attesi di tutte e 3, quindi combaciano allo stesso modo col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4 215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738.0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20.000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2.433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1.355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50 ns, 20.0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168 B, 883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memoria e latenza crescono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extra (3 vs 1),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</a:t>
            </a:r>
            <a:r>
              <a:rPr sz="1200" b="0">
                <a:solidFill>
                  <a:srgbClr val="8B949E"/>
                </a:solidFill>
                <a:latin typeface="Segoe UI"/>
              </a:rPr>
              <a:t>argmax → mac_table[classe] → bpf_redirect su tutte e 3 (P1 hardcoded in uno switch, 0 lookup). L'inferenza è identica nelle 3 (classe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2 137.812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2 425.498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1 893.448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2.143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2.801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1 420.993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1.395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1.802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2 829.601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2.656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4.454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661.970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0.540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1.177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hardcoded ~700–900× più lento per modello aggiunto.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template/modular: solo bpf_map_update_elem.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setup one-time pagato una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conferma: più flessibilità = update più economico.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
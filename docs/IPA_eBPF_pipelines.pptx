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48463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Lo stesso modello neurale può vivere nel datapath eBPF in </a:t>
            </a:r>
            <a:r>
              <a:rPr sz="1400" b="1">
                <a:solidFill>
                  <a:srgbClr val="F5A623"/>
                </a:solidFill>
                <a:latin typeface="Segoe UI"/>
              </a:rPr>
              <a:t>tre modi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Più si specializza il codice, più aumenta la velocità di picco ma diminuisce la flessibilità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Segoe UI"/>
              </a:rPr>
              <a:t>Aumentando la flessibilità crescono tail call, map lookup e istruzioni eBPF; cala il throughput massimo.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96596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2472" y="216712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342900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2472" y="363016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489204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62472" y="5093207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layer,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6442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9652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2862" y="3200400"/>
            <a:ext cx="2292858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ipa_switch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pesi = letterali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switch(cls)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1092708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10469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programma eBPF dedicato per modello: i pesi int8 sono letterali signed char nel sorgente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Inferenza 65→4→4→7 completamente srotolata (nessun loop), nessuna map lookup per i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switch(iface) e uno switch(node) per tutto il programma: evita l'esplosione dei rami nel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dalla mappa e sommato come ls_i * w[j,i] nei neuroni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model_cache: era un residuo (gate is_valid + blob pesi mai usato) — rimosso, ora è hardcoded puro.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link_state[0..5] letti dalla mappa (feature, non pesi)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_lk=0; _lp=link_state.lookup(&amp;_lk); if (_lp) ls0=(long long)(*_lp);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...  ls5 = link_state[5]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neurone fc1: pesi come letterali C, nessuna lookup pesi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long long h1_0 = RELU_LL( (__s64)_ttl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Perché così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array indicizzati da variabili runtime: il verifier rifiuta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Soluzione: uno switch unico per iface e per node, scalari su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Costo dell'update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modello = rigenera il C, ricompila con LLVM, ricarica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hot-swap: massima specializzazione, minima flessibilità.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arch_65_4_4_7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1092708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10469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programma per forma di rete (arch_65_4_4_7): N modelli con la stessa architettura lo riusano.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legge arch_registry[model_id] → arch_id e fa una tail call al programma architetturale.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int8 stanno in arch_weights (BPF_ARRAY), letti a runtime con lookup su indice aritmetico.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nel loop fc1: acc += link_state[i] *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del modello = bpf_map_update_elem sui pesi. Nessuna ricompilazione, nessun reload.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arch_65_4_4_7 (ebpf_template_arch.py)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for (j = 0; j &lt; 4; j++) {          /* neuroni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ttl  * W[woff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for (i = 0; i &lt; 6; i++)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acc += link_state[i] * W[woff + j*65 + 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W[iface_idx];  acc += W[node_idx];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(287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layer_65_4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fc1 + ReLU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fc2 + ReLU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out + argmax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4884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1092708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10469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layer è un programma eBPF separato; sono concatenati via layer_chain (BPF_PROG_ARRAY) con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 attivazioni intermedie passano in una BPF_PERCPU_ARRAY (scratch): niente stack, niente contese.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scrive le feature in scratch — incluse link_state[0..5] nei primi 6 slot — e avvia la catena.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3 tail call reali per pacchetto; l'ultimo blocco calcola argmax → key → fwd_table →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= cambia pesi e/o sequenza dei layer; hot-swap di un singolo blocco senza reload.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for (i = 0; i &lt; 65; i++) scratch_acts[i] = 0;    /* azzera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for (i = 0; i &lt; 6;  i++)         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scratch_acts[i] = link_state[i];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scratch_acts[12] = ttl;  scratch_acts[6+iface] = 1;  scratch_acts[13+node] = 1;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5A623"/>
                </a:solidFill>
                <a:latin typeface="Consolas"/>
              </a:rPr>
              <a:t>layer_chain.call(ctx, 0);        /* tail call -&gt; layer_65_4 */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CPU ha la sua copia: nessun lock, nessuna contesa.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 leggono/scrivono le attivazioni intermedie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layout 65 feature è identico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dispatcher → layer_65_4 → layer_4_4 → layer_4_7_argmax.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architettura = cambiare la sequenza in layer_chain.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al costo di 3 salti per pacchetto.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Chiave di forwarding e redirect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key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(val + OFF·scale)/scale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fwd_table[key]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lookup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8936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47504" y="2194560"/>
            <a:ext cx="172821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Chiave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key = (best_val + OFFSET·scale) / scale (divisione unsigned).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OFFSET mantiene il numeratore positivo (BPF non ha divisione signed 64-bit).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stessa formula in P1/P2/P3 rende le tre pipeline confrontabili.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HIT: fwd_table[key] trovata e TTL coerente → riscrive MAC →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FAKE: key presente ma TTL sbagliato → evento verso il control plane.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MISS: nessuna regola → XDP_PASS.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Per P2/P3 la verifica è </a:t>
            </a:r>
            <a:r>
              <a:rPr sz="1400" b="1">
                <a:solidFill>
                  <a:srgbClr val="3FD0C8"/>
                </a:solidFill>
                <a:latin typeface="Segoe UI"/>
              </a:rPr>
              <a:t>a due passate</a:t>
            </a:r>
            <a:r>
              <a:rPr sz="1400" b="0">
                <a:solidFill>
                  <a:srgbClr val="8B949E"/>
                </a:solidFill>
                <a:latin typeface="Segoe UI"/>
              </a:rPr>
              <a:t>: si cattura la chiave di forwarding emessa dal kernel, la si installa in fwd_table, si ri-esegue e si controlla che il redirect scatti.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La baseline usa link_state seed a tutti-up, coerente con il modello di riferimento in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pkt_stats[HIT]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64792"/>
                <a:gridCol w="1764792"/>
                <a:gridCol w="1764792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996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2 668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13 645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4 658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12 575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58 146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 (leaf)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Map lookup / pkt (stima)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384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264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15 796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28 468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72.0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287.0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1274.0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13.889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3.484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0.785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61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80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veloce: 72 ns, 13.9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compatto: 264 B, 996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costo cresce P1→P2→P3.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≈12× istruzioni di P1.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Confronto pulito: </a:t>
            </a:r>
            <a:r>
              <a:rPr sz="1200" b="0">
                <a:solidFill>
                  <a:srgbClr val="8B949E"/>
                </a:solidFill>
                <a:latin typeface="Segoe UI"/>
              </a:rPr>
              <a:t>P1 è sceso da 1109 a 72 ns rimuovendo 3 bpf_trace_printk per pacchetto (assenti in P2/P3) che falsavano il baseline. L'inferenza è identica nelle 3 (chiave kernel = riferimento Python); differisce solo il design. Ordine coerente con la tassonomia.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copia link_state[0..5] in scratch_acts.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layer-block la trattano come qualunque attivazione.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feature attraversa la catena di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uniformità del datapath.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(287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hot-swap di un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
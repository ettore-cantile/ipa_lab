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3" r:id="rId24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 rot="5400000">
            <a:off x="10698480" y="45720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 rot="5400000">
            <a:off x="11292840" y="1051560"/>
            <a:ext cx="1051560" cy="946403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 rot="5400000">
            <a:off x="10104120" y="164592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D1117"/>
                </a:solidFill>
                <a:latin typeface="Segoe UI"/>
              </a:rPr>
              <a:t>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E6EDF3"/>
                </a:solidFill>
                <a:latin typeface="Georgia"/>
              </a:rPr>
              <a:t>IPA / eBPF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Consolas"/>
              </a:rPr>
              <a:t>Tre pipeline di inferenza neurale nel datapath 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Lo stesso modello nel kernel Linux in tre modi: dal codice specializzato ai moduli riusabili —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un trade-off tra prestazioni di picco e flessibilità runtime.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5A623"/>
                </a:solidFill>
                <a:latin typeface="Consolas"/>
              </a:rPr>
              <a:t>P2 template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85149"/>
                </a:solidFill>
                <a:latin typeface="Consolas"/>
              </a:rPr>
              <a:t>P3 modular</a:t>
            </a:r>
            <a:r>
              <a:rPr sz="1200" b="0">
                <a:solidFill>
                  <a:srgbClr val="484F58"/>
                </a:solidFill>
                <a:latin typeface="Consolas"/>
              </a:rPr>
              <a:t>      ·   XDP · BPF maps · tail call · int8 · link_state fast-reroute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Il design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trade-off tra prestazioni e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48463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Lo stesso modello neurale può vivere nel datapath eBPF in </a:t>
            </a:r>
            <a:r>
              <a:rPr sz="1400" b="1">
                <a:solidFill>
                  <a:srgbClr val="F5A623"/>
                </a:solidFill>
                <a:latin typeface="Segoe UI"/>
              </a:rPr>
              <a:t>tre modi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Più si specializza il codice, più aumenta la velocità di picco ma diminuisce la flessibilità a runtime.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8B949E"/>
                </a:solidFill>
                <a:latin typeface="Segoe UI"/>
              </a:rPr>
              <a:t>Aumentando la flessibilità crescono tail call, map lookup e istruzioni eBPF; cala il throughput massimo.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96596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62472" y="2167128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Massime prestazioni, minima 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eBPF per modello, pesi nel codice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342900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2472" y="3630168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intermedie, flessibilità media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architettura, pesi in mappa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489204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62472" y="5093207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prestazioni inferiori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layer, stato in scratch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performance  ◀─────────────────▶  flessibilità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Architettura comune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pacchetto IPA su UDP, un hook XDP, un MLP int8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UDP :9999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IPA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XDP hook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feature[65]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vettore sparso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65-4-4-7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pacchetto IPA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Header custom dentro UDP:9999 con model_id, scale_factor e descrittori delle feature.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programma XDP intercetta il pacchetto in ingresso prima dello stack di rete.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Stesso modello e stesso layout feature per le tre pipeline: cambia solo COME sono eseguite.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modello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MLP 65→4→4→7 quantizzato int8 (post-training), scale factor potenza di 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Aritmetica intera pura: nessun float nel kernel.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Output = argmax su 7 classi (6 interfacce di uscita + DROP).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Le 65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Come il pacchetto diventa l'input del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[0..5]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link_state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up/down delle 6
interfacce egress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[6..11]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iface one-hot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porta d'ingresso
(6 valori)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[12]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TTL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scalare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[13..64]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node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nodo corrente
(52 valori)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Il vettore è </a:t>
            </a:r>
            <a:r>
              <a:rPr sz="1350" b="1">
                <a:solidFill>
                  <a:srgbClr val="F5A623"/>
                </a:solidFill>
                <a:latin typeface="Segoe UI"/>
              </a:rPr>
              <a:t>sparso</a:t>
            </a:r>
            <a:r>
              <a:rPr sz="1350" b="0">
                <a:solidFill>
                  <a:srgbClr val="8B949E"/>
                </a:solidFill>
                <a:latin typeface="Segoe UI"/>
              </a:rPr>
              <a:t>: a runtime solo poche entry sono non-nulle. Le one-hot e il TTL sono derivate dal pacchetto; </a:t>
            </a:r>
            <a:r>
              <a:rPr sz="1350" b="1">
                <a:solidFill>
                  <a:srgbClr val="3FB950"/>
                </a:solidFill>
                <a:latin typeface="Segoe UI"/>
              </a:rPr>
              <a:t>le prime 6 (link_state) sono lette da una mappa BPF condivisa</a:t>
            </a:r>
            <a:r>
              <a:rPr sz="1350" b="0">
                <a:solidFill>
                  <a:srgbClr val="8B949E"/>
                </a:solidFill>
                <a:latin typeface="Segoe UI"/>
              </a:rPr>
              <a:t> tenuta aggiornata da un monitor userspace.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fv[i]            = link_state[i];   /* [0..5]  up/down egress (da mappa)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fv[iface + 5]    = 1;               /* [6..11] iface one-hot         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fv[12] = ttl;    fv[node + 13] = 1; /* [12] TTL   [13..64] node one-hot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— il segnale fast-reroute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 feature sempre-zero a stato reale delle interfacce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270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Le prime 6 feature sono lo </a:t>
            </a:r>
            <a:r>
              <a:rPr sz="1400" b="1">
                <a:solidFill>
                  <a:srgbClr val="3FB950"/>
                </a:solidFill>
                <a:latin typeface="Segoe UI"/>
              </a:rPr>
              <a:t>stato operativo up/down delle 6 interfacce di uscita</a:t>
            </a:r>
            <a:r>
              <a:rPr sz="1400" b="0">
                <a:solidFill>
                  <a:srgbClr val="E6EDF3"/>
                </a:solidFill>
                <a:latin typeface="Segoe UI"/>
              </a:rPr>
              <a:t>: il segnale centrale del fast-reroute — quale next-hop è disponibile adesso. </a:t>
            </a:r>
            <a:r>
              <a:rPr sz="1400" b="0">
                <a:solidFill>
                  <a:srgbClr val="8B949E"/>
                </a:solidFill>
                <a:latin typeface="Segoe UI"/>
              </a:rPr>
              <a:t>Prima erano sempre 0 (il modello non vedeva mai un guasto); ora sono popolate dal carrier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39162" cy="100584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19" y="3246120"/>
            <a:ext cx="225628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/sys/.../carrier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kernel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38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290" y="3200400"/>
            <a:ext cx="2439162" cy="100584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54730" y="3246120"/>
            <a:ext cx="225628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6442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link_state_monitor.py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polling userspace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3200400"/>
            <a:ext cx="2439162" cy="100584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77940" y="3246120"/>
            <a:ext cx="225628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9652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BPF_ARRAY link_state[6]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1=up 0=down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480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9710" y="3200400"/>
            <a:ext cx="2439162" cy="100584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01150" y="3246120"/>
            <a:ext cx="225628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2862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XDP feature[0..5]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inferenza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4773168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reso veritiero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thread legge /sys/class/net/ethX/carrier di ogni egress.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Scrive link_state[i] = 1 (up) / 0 (down) nella mappa condivisa.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programmi eBPF leggono il valore al pacchetto successivo, senza reload.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4773168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Effetto sull'inferenza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 che cade → la sua feature va a 0 → l'argmax può scegliere un'altra uscita.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All'avvio la mappa è seed a tutti-up (baseline sana).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 letta nell'inferenza di P1 (feature, non peso).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Hardcoded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Pesi come costanti C, inferenza completamente srotolata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ipa_switch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pesi = letterali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unrolled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switch(cls)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193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9375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47591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47591" y="3364992"/>
            <a:ext cx="17647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lookup pesi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769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76975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264 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519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05191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32 ns · 31.3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programma eBPF dedicato per modello: i pesi int8 sono letterali signed char nel sorgente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Inferenza 65→4→4→7 completamente srotolata (nessun loop), nessuna map lookup per i pesi.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switch(iface) e uno switch(node) per tutto il programma: evita l'esplosione dei rami nel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dalla mappa e sommato come ls_i * w[j,i] nei neuroni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model_cache: era un residuo (gate is_valid + blob pesi mai usato) — rimosso, ora è hardcoded puro.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fc1 srotolato: pesi come costanti, link_state dalla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3FB950"/>
                </a:solidFill>
                <a:latin typeface="Segoe UI"/>
              </a:rPr>
              <a:t>generato in C (ebpf_program.py)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484F58"/>
                </a:solidFill>
                <a:latin typeface="Consolas"/>
              </a:rPr>
              <a:t>/* link_state[0..5] letti dalla mappa (feature, non pesi)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_lk=0; _lp=link_state.lookup(&amp;_lk); if (_lp) ls0=(long long)(*_lp);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...  ls5 = link_state[5]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484F58"/>
                </a:solidFill>
                <a:latin typeface="Consolas"/>
              </a:rPr>
              <a:t>/* neurone fc1: pesi come letterali C, nessuna lookup pesi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long long h1_0 = RELU_LL( (__s64)_ttl * 12LL + w_iface_0 + w_node_0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    + ls0*-7LL + ls1*3LL + ls2*0LL + ls3*5LL + ls4*-2LL + ls5*1LL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    + 4LL 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Perché così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array indicizzati da variabili runtime: il verifier rifiuta (relocation →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Soluzione: uno switch unico per iface e per node, scalari su stack.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Costo dell'update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modello = rigenera il C, ricompila con LLVM, ricarica XDP.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hot-swap: massima specializzazione, minima flessibilità.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programma per forma architetturale, pesi letti da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registry[id]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arch_65_4_4_7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 prog / 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arch_weights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BPF_ARRAY int8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6791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67915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613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96131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~322 lookup / pkt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7851" y="3364992"/>
            <a:ext cx="166420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7851" y="3364992"/>
            <a:ext cx="166420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7.4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125 ns · 8.0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programma per forma di rete (arch_65_4_4_7): N modelli con la stessa architettura lo riusano.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legge arch_registry[model_id] → arch_id e fa una tail call al programma architetturale.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int8 stanno in arch_weights (BPF_ARRAY), letti a runtime con lookup su indice aritmetico.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nel loop fc1: acc += link_state[i] *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del modello = bpf_map_update_elem sui pesi. Nessuna ricompilazione, nessun reload.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Prodotto scalare sparso via lookup su BPF_ARRAY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arch_65_4_4_7 (ebpf_template_arch.py)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for (j = 0; j &lt; 4; j++) {          /* neuroni fc1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acc = bias(j);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acc += ttl  * W[woff + j*65 + 12];      /* TTL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for (i = 0; i &lt; 6; i++)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    acc += link_state[i] * W[woff + j*65 + 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acc += W[iface_idx];  acc += W[node_idx];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h1[j] = RELU(acc);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Perché la mappa va bene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BPF_ARRAY è un oggetto kernel registrato: l'indice aritmetico è sicuro per il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Niente relocation, niente puntatori non risolti.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si cambiano a runtime senza toccare il codice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(125 ns): tra P1 hardcoded e P3 modular.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Rete scomposta in layer, stato intermedio in scratch PERCPU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scrive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layer_65_4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fc1 + ReLU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layer_4_4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fc2 + ReLU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layer_4_7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out + argmax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67331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67331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3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95547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95547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~384 lookup / pkt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27267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7267" y="3364992"/>
            <a:ext cx="17647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19.8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26771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2677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590 ns · 1.70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layer è un programma eBPF separato; sono concatenati via layer_chain (BPF_PROG_ARRAY) con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 attivazioni intermedie passano in una BPF_PERCPU_ARRAY (scratch): niente stack, niente contese.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scrive le feature in scratch — incluse link_state[0..5] nei primi 6 slot — e avvia la catena.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3 tail call reali per pacchetto; l'ultimo blocco calcola argmax → mac_table[classe] →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= cambia pesi e/o sequenza dei layer; hot-swap di un singolo blocco senza reload.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Il dispatcher scrive le feature; i layer leggono lo scratch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82880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85149"/>
                </a:solidFill>
                <a:latin typeface="Segoe UI"/>
              </a:rPr>
              <a:t>modular_dispatcher (ebpf_modular.py)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for (i = 0; i &lt; 65; i++) scratch_acts[i] = 0;    /* azzera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for (i = 0; i &lt; 6;  i++)         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scratch_acts[i] = link_state[i];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scratch_acts[12] = ttl;  scratch_acts[6+iface] = 1;  scratch_acts[13+node] = 1;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5A623"/>
                </a:solidFill>
                <a:latin typeface="Consolas"/>
              </a:rPr>
              <a:t>layer_chain.call(ctx, 0);        /* tail call -&gt; layer_65_4 */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scratch PERCPU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CPU ha la sua copia: nessun lock, nessuna contesa.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 leggono/scrivono le attivazioni intermedie qui.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layout 65 feature è identico a P1/P2.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Catena di tail call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dispatcher → layer_65_4 → layer_4_4 → layer_4_7_argmax.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architettura = cambiare la sequenza in layer_chain.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al costo di 3 salti per pacchetto.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Dall'argmax all'azione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La NN decide la porta; mac_table risolve il next-hop — comune alle tre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240279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best_cls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classe 0..5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porta /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9456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240279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mac_table[cls]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 + MAC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MAC 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src/dst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9456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240279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La NN decide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argmax sui 7 output → classe = porta di uscita (cls 6 = DROP).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calcolo di chiave, nessuna validazione dell'output.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Ci si fida della decisione del modello (è il paradigma IPA).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mac_table = dizionario porte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mac_table[classe] → {ifindex, src_mac, dst_mac}: single lookup.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Riscrive gli header Ethernet e fa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mappa hardcoded in uno switch (0 lookup). P2/P3: mac_table.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Verifica nel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BPF_PROG_TEST_RUN — indipendente dalla 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Il fabric Kathara non consegna UDP:9999 end-to-end, quindi la correttezza si verifica caricando i programmi XDP reali ed eseguendo </a:t>
            </a:r>
            <a:r>
              <a:rPr sz="1400" b="1">
                <a:solidFill>
                  <a:srgbClr val="F5A623"/>
                </a:solidFill>
                <a:latin typeface="Consolas"/>
              </a:rPr>
              <a:t>BPF_PROG_TEST_RUN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Verifica </a:t>
            </a:r>
            <a:r>
              <a:rPr sz="1400" b="1">
                <a:solidFill>
                  <a:srgbClr val="3FD0C8"/>
                </a:solidFill>
                <a:latin typeface="Segoe UI"/>
              </a:rPr>
              <a:t>single-pass e uniforme</a:t>
            </a:r>
            <a:r>
              <a:rPr sz="1400" b="0">
                <a:solidFill>
                  <a:srgbClr val="8B949E"/>
                </a:solidFill>
                <a:latin typeface="Segoe UI"/>
              </a:rPr>
              <a:t> sulle 3 pipeline: pre-installa mac_table[0..5], esegue una volta e controlla che la classe scelta dal kernel = classe del riferimento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Nessun ctx custom: sotto TEST_RUN l'ingress_ifindex di sandbox cade fuori dai range attesi di tutte e 3, quindi combaciano allo stesso modo col riferimento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Criterio di PASS: retval ∈ {0,4} (redirect) e cls_stats[ref_cls] &gt;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112A14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onsolas"/>
              </a:rPr>
              <a:t>✓  3 pipeline · TTL 1–5 · 5/5 PASS ciascuna · pkt_stats HIT · kernel suite: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Risultati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Metriche reali dal kernel (BPF_PROG_TEST_RUN, modello 65-4-4-7)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64792"/>
                <a:gridCol w="1764792"/>
                <a:gridCol w="1764792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Istruzioni eBPF (xlated)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996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2 618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13 441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Codice jited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4 658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11 464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57 224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Tail calls / pacchetto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 (leaf)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Map lookup / pkt (stima)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322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384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Memoria mappe (byte)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264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7 560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20 232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Latenza (ns / pkt)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32.0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125.0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590.0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Throughput (Mpps)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31.250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8.000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1.695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CPU (%)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60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più veloce: 32 ns, 31.3 Mpps.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più compatto: 264 B, 996 istr.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costo cresce P1→P2→P3.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P3 ≈13× istruzioni di P1.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mac_table: </a:t>
            </a:r>
            <a:r>
              <a:rPr sz="1200" b="0">
                <a:solidFill>
                  <a:srgbClr val="8B949E"/>
                </a:solidFill>
                <a:latin typeface="Segoe UI"/>
              </a:rPr>
              <a:t>argmax → mac_table[classe] → bpf_redirect su tutte e 3 (P1 hardcoded in uno switch, 0 lookup). L'inferenza è identica nelle 3 (classe kernel = riferimento Python); differisce solo il design. Ordine coerente con la tassonomia.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Costo reale di aggiunta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bench_model_add.py — BPF_PROG_LOAD misurato, non stimato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64792"/>
                <a:gridCol w="1764792"/>
                <a:gridCol w="1764792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Setup one-time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n/d (nel costo add)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2 137.812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2 425.498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Mean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1 893.448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2.143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2.801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Min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1 420.993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1.395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1.802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Max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2 829.601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2.656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4.454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Stdev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661.970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0.540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1.177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hardcoded ~700–900× più lento per modello aggiunto.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template/modular: solo bpf_map_update_elem.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setup one-time pagato una sola volta.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conferma: più flessibilità = update più economico.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Metodologia: </a:t>
            </a:r>
            <a:r>
              <a:rPr sz="1200" b="0">
                <a:solidFill>
                  <a:srgbClr val="8B949E"/>
                </a:solidFill>
                <a:latin typeface="Segoe UI"/>
              </a:rPr>
              <a:t>shared/bench_model_add.py registra 3 model_id concorrenti con offset non sovrapposti in arch_weights (template) / layer_weights (modular), eseguito in Kathara con root+BCC. hardcoded rigenera il sorgente C e ricompila/ricarica il programma ad ogni modello (nessuna via incrementale per design); template/modular caricano il programma XDP una sola volta e poi scrivono solo la mappa dei pesi (bpf_map_update_elem).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nelle tre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Stessa mappa, tre modi di leggerla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3063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6 lookup link_state[i] all'inizio dell'inferenza.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Sommati come ls_i * w[j,i] con w letterali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mappa letta: è input, non peso.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Design hardcoded puro preservato.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Lookup link_state[i] nel loop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Prodotto con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mappa, pesi separati in BPF_ARRAY.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Nessuna ricompilazione per l'update.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56616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1" y="2304288"/>
            <a:ext cx="31089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copia link_state[0..5] in scratch_acts.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layer-block la trattano come qualunque attivazione.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 feature attraversa la catena di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uniformità del datapath.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6EDF3"/>
                </a:solidFill>
                <a:latin typeface="Segoe UI"/>
              </a:rPr>
              <a:t>Un unico monitor userspace </a:t>
            </a:r>
            <a:r>
              <a:rPr sz="1300" b="1">
                <a:solidFill>
                  <a:srgbClr val="3FD0C8"/>
                </a:solidFill>
                <a:latin typeface="Consolas"/>
              </a:rPr>
              <a:t>(link_state_monitor.py)</a:t>
            </a:r>
            <a:r>
              <a:rPr sz="1300" b="0">
                <a:solidFill>
                  <a:srgbClr val="8B949E"/>
                </a:solidFill>
                <a:latin typeface="Segoe UI"/>
              </a:rPr>
              <a:t> alimenta la stessa mappa condivisa: il fast-reroute reagisce ai guasti indipendentemente dalla pipeline scelta.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 vincoli del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Perché il codice ha questa forma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50008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array statici indicizzati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indicizzato da variabile runtime → relocation fallisce, l'accesso collassa a 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uno switch(iface) e uno switch(node) unici, scalari su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350008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esplosione dei rami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switch per-neurone → O((7·52)^neuroni) percorsi: il verifier si arrende.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 che assegna il contributo di tutti i neuroni insieme: O(7+52).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Protocollo per offset assoluto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ip-&gt;protocol come bitfield si sballa con header minimali BCC/Kathara.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Letto all'offset RFC 791 (byte 9); UDP header via ihl*4.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Pesi come byte unsigned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BCC vecchio non risolve il leaf signed char in alcune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Storage __u8, cast a __s8 prima dell'aritmetica (bit pattern identico).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 rot="5400000">
            <a:off x="10881360" y="502920"/>
            <a:ext cx="1005840" cy="905256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 rot="5400000">
            <a:off x="11430000" y="1097280"/>
            <a:ext cx="1005840" cy="905256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E6EDF3"/>
                </a:solidFill>
                <a:latin typeface="Georgia"/>
              </a:rPr>
              <a:t>Il costo della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Aumentando la flessibilità: più tail call, più map lookup, più istruzioni — meno prestazioni di picco.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063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ricompila + ricarica XDP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Datapath: massima specializzazione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Memoria mappe minima (puro)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670048"/>
            <a:ext cx="3063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bpf_map_update_elem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(287 ns)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Buon compromesso pratico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468880"/>
            <a:ext cx="356616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2670048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hot-swap di un layer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Overhead: 3 tail call + scratch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1117"/>
                </a:solidFill>
                <a:latin typeface="Georgia"/>
              </a:rPr>
              <a:t>Non esiste un'unica implementazione naturale: si sceglie quanto specializzare il modello nel datapath.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IPA / eBPF · design space · P1 hardcoded · P2 template · P3 modular · link_state fast-reroute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
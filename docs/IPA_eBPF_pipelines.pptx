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168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45 ns · 22.2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il riferimento Python assume ingress_ifindex=0 per P1 (la sua ifindex_table non mappa il valore reale) e =1 per P2/P3 (clamp diretto sul valore osservato realmente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0161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912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4 436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8.0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22.222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45 ns, 22.2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168 B, 912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3549</Words>
  <Application>Microsoft Office PowerPoint</Application>
  <PresentationFormat>Widescreen</PresentationFormat>
  <Paragraphs>390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13</cp:revision>
  <dcterms:created xsi:type="dcterms:W3CDTF">2013-01-27T09:14:16Z</dcterms:created>
  <dcterms:modified xsi:type="dcterms:W3CDTF">2026-07-12T09:25:55Z</dcterms:modified>
  <cp:category/>
</cp:coreProperties>
</file>
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B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8" autoAdjust="0"/>
    <p:restoredTop sz="84975" autoAdjust="0"/>
  </p:normalViewPr>
  <p:slideViewPr>
    <p:cSldViewPr snapToGrid="0" snapToObjects="1">
      <p:cViewPr varScale="1">
        <p:scale>
          <a:sx n="99" d="100"/>
          <a:sy n="99" d="100"/>
        </p:scale>
        <p:origin x="2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ore Cantile" userId="2f5e44afd0b03182" providerId="LiveId" clId="{7B373815-450C-40F6-8EF0-CC6E20C31891}"/>
    <pc:docChg chg="undo custSel modSld">
      <pc:chgData name="Ettore Cantile" userId="2f5e44afd0b03182" providerId="LiveId" clId="{7B373815-450C-40F6-8EF0-CC6E20C31891}" dt="2026-07-07T08:11:51.552" v="192" actId="20577"/>
      <pc:docMkLst>
        <pc:docMk/>
      </pc:docMkLst>
      <pc:sldChg chg="modSp mod">
        <pc:chgData name="Ettore Cantile" userId="2f5e44afd0b03182" providerId="LiveId" clId="{7B373815-450C-40F6-8EF0-CC6E20C31891}" dt="2026-07-06T20:02:56.192" v="34" actId="1076"/>
        <pc:sldMkLst>
          <pc:docMk/>
          <pc:sldMk cId="0" sldId="258"/>
        </pc:sldMkLst>
        <pc:spChg chg="mod">
          <ac:chgData name="Ettore Cantile" userId="2f5e44afd0b03182" providerId="LiveId" clId="{7B373815-450C-40F6-8EF0-CC6E20C31891}" dt="2026-07-06T20:02:26.787" v="29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02:30.356" v="31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02:41.440" v="32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02:56.192" v="34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02:48.111" v="33" actId="1076"/>
          <ac:spMkLst>
            <pc:docMk/>
            <pc:sldMk cId="0" sldId="258"/>
            <ac:spMk id="24" creationId="{00000000-0000-0000-0000-000000000000}"/>
          </ac:spMkLst>
        </pc:spChg>
      </pc:sldChg>
      <pc:sldChg chg="addSp delSp modSp mod">
        <pc:chgData name="Ettore Cantile" userId="2f5e44afd0b03182" providerId="LiveId" clId="{7B373815-450C-40F6-8EF0-CC6E20C31891}" dt="2026-07-07T06:32:22.223" v="186" actId="20577"/>
        <pc:sldMkLst>
          <pc:docMk/>
          <pc:sldMk cId="0" sldId="260"/>
        </pc:sldMkLst>
        <pc:spChg chg="mod">
          <ac:chgData name="Ettore Cantile" userId="2f5e44afd0b03182" providerId="LiveId" clId="{7B373815-450C-40F6-8EF0-CC6E20C31891}" dt="2026-07-06T20:04:06.037" v="37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Ettore Cantile" userId="2f5e44afd0b03182" providerId="LiveId" clId="{7B373815-450C-40F6-8EF0-CC6E20C31891}" dt="2026-07-07T06:30:09.001" v="157" actId="478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Ettore Cantile" userId="2f5e44afd0b03182" providerId="LiveId" clId="{7B373815-450C-40F6-8EF0-CC6E20C31891}" dt="2026-07-07T06:30:18.938" v="161" actId="478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Ettore Cantile" userId="2f5e44afd0b03182" providerId="LiveId" clId="{7B373815-450C-40F6-8EF0-CC6E20C31891}" dt="2026-07-07T06:30:17.427" v="160" actId="478"/>
          <ac:spMkLst>
            <pc:docMk/>
            <pc:sldMk cId="0" sldId="260"/>
            <ac:spMk id="12" creationId="{00000000-0000-0000-0000-000000000000}"/>
          </ac:spMkLst>
        </pc:spChg>
        <pc:spChg chg="add del 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1:46.846" v="177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2:22.223" v="186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03:59.978" v="35" actId="1076"/>
          <ac:spMkLst>
            <pc:docMk/>
            <pc:sldMk cId="0" sldId="260"/>
            <ac:spMk id="39" creationId="{00000000-0000-0000-0000-000000000000}"/>
          </ac:spMkLst>
        </pc:spChg>
      </pc:sldChg>
      <pc:sldChg chg="modSp mod">
        <pc:chgData name="Ettore Cantile" userId="2f5e44afd0b03182" providerId="LiveId" clId="{7B373815-450C-40F6-8EF0-CC6E20C31891}" dt="2026-07-07T06:33:37.277" v="187" actId="20578"/>
        <pc:sldMkLst>
          <pc:docMk/>
          <pc:sldMk cId="0" sldId="261"/>
        </pc:sldMkLst>
        <pc:spChg chg="mod">
          <ac:chgData name="Ettore Cantile" userId="2f5e44afd0b03182" providerId="LiveId" clId="{7B373815-450C-40F6-8EF0-CC6E20C31891}" dt="2026-07-06T20:08:02.274" v="63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19:58:15.451" v="1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ttore Cantile" userId="2f5e44afd0b03182" providerId="LiveId" clId="{7B373815-450C-40F6-8EF0-CC6E20C31891}" dt="2026-07-07T06:33:37.277" v="187" actId="20578"/>
          <ac:spMkLst>
            <pc:docMk/>
            <pc:sldMk cId="0" sldId="261"/>
            <ac:spMk id="11" creationId="{00000000-0000-0000-0000-000000000000}"/>
          </ac:spMkLst>
        </pc:spChg>
        <pc:graphicFrameChg chg="mod">
          <ac:chgData name="Ettore Cantile" userId="2f5e44afd0b03182" providerId="LiveId" clId="{7B373815-450C-40F6-8EF0-CC6E20C31891}" dt="2026-07-06T20:07:43.732" v="62" actId="1076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">
        <pc:chgData name="Ettore Cantile" userId="2f5e44afd0b03182" providerId="LiveId" clId="{7B373815-450C-40F6-8EF0-CC6E20C31891}" dt="2026-07-07T08:11:51.552" v="192" actId="20577"/>
        <pc:sldMkLst>
          <pc:docMk/>
          <pc:sldMk cId="0" sldId="265"/>
        </pc:sldMkLst>
        <pc:spChg chg="mod">
          <ac:chgData name="Ettore Cantile" userId="2f5e44afd0b03182" providerId="LiveId" clId="{7B373815-450C-40F6-8EF0-CC6E20C31891}" dt="2026-07-07T08:11:51.552" v="192" actId="20577"/>
          <ac:spMkLst>
            <pc:docMk/>
            <pc:sldMk cId="0" sldId="265"/>
            <ac:spMk id="19" creationId="{00000000-0000-0000-0000-000000000000}"/>
          </ac:spMkLst>
        </pc:spChg>
      </pc:sldChg>
      <pc:sldChg chg="modSp mod">
        <pc:chgData name="Ettore Cantile" userId="2f5e44afd0b03182" providerId="LiveId" clId="{7B373815-450C-40F6-8EF0-CC6E20C31891}" dt="2026-07-07T08:11:26.035" v="189" actId="255"/>
        <pc:sldMkLst>
          <pc:docMk/>
          <pc:sldMk cId="0" sldId="266"/>
        </pc:sldMkLst>
        <pc:spChg chg="mod">
          <ac:chgData name="Ettore Cantile" userId="2f5e44afd0b03182" providerId="LiveId" clId="{7B373815-450C-40F6-8EF0-CC6E20C31891}" dt="2026-07-07T08:11:26.035" v="189" actId="255"/>
          <ac:spMkLst>
            <pc:docMk/>
            <pc:sldMk cId="0" sldId="266"/>
            <ac:spMk id="15" creationId="{00000000-0000-0000-0000-000000000000}"/>
          </ac:spMkLst>
        </pc:spChg>
      </pc:sldChg>
      <pc:sldChg chg="modSp mod">
        <pc:chgData name="Ettore Cantile" userId="2f5e44afd0b03182" providerId="LiveId" clId="{7B373815-450C-40F6-8EF0-CC6E20C31891}" dt="2026-07-06T20:22:33.291" v="156" actId="120"/>
        <pc:sldMkLst>
          <pc:docMk/>
          <pc:sldMk cId="0" sldId="267"/>
        </pc:sldMkLst>
        <pc:spChg chg="mod">
          <ac:chgData name="Ettore Cantile" userId="2f5e44afd0b03182" providerId="LiveId" clId="{7B373815-450C-40F6-8EF0-CC6E20C31891}" dt="2026-07-06T20:01:06.539" v="27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01:10.059" v="28" actId="1076"/>
          <ac:spMkLst>
            <pc:docMk/>
            <pc:sldMk cId="0" sldId="267"/>
            <ac:spMk id="10" creationId="{00000000-0000-0000-0000-000000000000}"/>
          </ac:spMkLst>
        </pc:spChg>
        <pc:graphicFrameChg chg="mod modGraphic">
          <ac:chgData name="Ettore Cantile" userId="2f5e44afd0b03182" providerId="LiveId" clId="{7B373815-450C-40F6-8EF0-CC6E20C31891}" dt="2026-07-06T20:22:33.291" v="156" actId="120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Ettore Cantile" userId="2f5e44afd0b03182" providerId="LiveId" clId="{7B373815-450C-40F6-8EF0-CC6E20C31891}" dt="2026-07-07T06:44:21.791" v="188" actId="20577"/>
        <pc:sldMkLst>
          <pc:docMk/>
          <pc:sldMk cId="0" sldId="268"/>
        </pc:sldMkLst>
        <pc:graphicFrameChg chg="mod modGraphic">
          <ac:chgData name="Ettore Cantile" userId="2f5e44afd0b03182" providerId="LiveId" clId="{7B373815-450C-40F6-8EF0-CC6E20C31891}" dt="2026-07-07T06:44:21.791" v="188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Ettore Cantile" userId="2f5e44afd0b03182" providerId="LiveId" clId="{7B373815-450C-40F6-8EF0-CC6E20C31891}" dt="2026-07-06T20:14:09.603" v="138" actId="1076"/>
        <pc:sldMkLst>
          <pc:docMk/>
          <pc:sldMk cId="0" sldId="270"/>
        </pc:sldMkLst>
        <pc:spChg chg="mod">
          <ac:chgData name="Ettore Cantile" userId="2f5e44afd0b03182" providerId="LiveId" clId="{7B373815-450C-40F6-8EF0-CC6E20C31891}" dt="2026-07-06T20:13:42.353" v="135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13:51.285" v="136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14:09.603" v="138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Ettore Cantile" userId="2f5e44afd0b03182" providerId="LiveId" clId="{7B373815-450C-40F6-8EF0-CC6E20C31891}" dt="2026-07-06T20:14:00.950" v="137" actId="1076"/>
          <ac:spMkLst>
            <pc:docMk/>
            <pc:sldMk cId="0" sldId="270"/>
            <ac:spMk id="23" creationId="{00000000-0000-0000-0000-000000000000}"/>
          </ac:spMkLst>
        </pc:spChg>
      </pc:sldChg>
      <pc:sldChg chg="modSp mod">
        <pc:chgData name="Ettore Cantile" userId="2f5e44afd0b03182" providerId="LiveId" clId="{7B373815-450C-40F6-8EF0-CC6E20C31891}" dt="2026-07-06T20:14:27.454" v="140" actId="1076"/>
        <pc:sldMkLst>
          <pc:docMk/>
          <pc:sldMk cId="0" sldId="271"/>
        </pc:sldMkLst>
        <pc:spChg chg="mod">
          <ac:chgData name="Ettore Cantile" userId="2f5e44afd0b03182" providerId="LiveId" clId="{7B373815-450C-40F6-8EF0-CC6E20C31891}" dt="2026-07-06T20:14:27.454" v="140" actId="1076"/>
          <ac:spMkLst>
            <pc:docMk/>
            <pc:sldMk cId="0" sldId="271"/>
            <ac:spMk id="4" creationId="{00000000-0000-0000-0000-000000000000}"/>
          </ac:spMkLst>
        </pc:spChg>
      </pc:sldChg>
    </pc:docChg>
  </pc:docChgLst>
  <pc:docChgLst>
    <pc:chgData name="Ettore Cantile" userId="2f5e44afd0b03182" providerId="LiveId" clId="{E1E0318C-FEAB-4CAE-9BDC-15A43D225A7A}"/>
    <pc:docChg chg="undo custSel delSld modSld">
      <pc:chgData name="Ettore Cantile" userId="2f5e44afd0b03182" providerId="LiveId" clId="{E1E0318C-FEAB-4CAE-9BDC-15A43D225A7A}" dt="2026-07-06T19:55:00.676" v="63" actId="2696"/>
      <pc:docMkLst>
        <pc:docMk/>
      </pc:docMkLst>
      <pc:sldChg chg="modSp mod">
        <pc:chgData name="Ettore Cantile" userId="2f5e44afd0b03182" providerId="LiveId" clId="{E1E0318C-FEAB-4CAE-9BDC-15A43D225A7A}" dt="2026-07-06T18:17:12.329" v="12" actId="1076"/>
        <pc:sldMkLst>
          <pc:docMk/>
          <pc:sldMk cId="0" sldId="263"/>
        </pc:sldMkLst>
        <pc:spChg chg="mod">
          <ac:chgData name="Ettore Cantile" userId="2f5e44afd0b03182" providerId="LiveId" clId="{E1E0318C-FEAB-4CAE-9BDC-15A43D225A7A}" dt="2026-07-06T18:17:12.329" v="12" actId="1076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Ettore Cantile" userId="2f5e44afd0b03182" providerId="LiveId" clId="{E1E0318C-FEAB-4CAE-9BDC-15A43D225A7A}" dt="2026-07-06T18:18:13.172" v="20" actId="1076"/>
        <pc:sldMkLst>
          <pc:docMk/>
          <pc:sldMk cId="0" sldId="264"/>
        </pc:sldMkLst>
        <pc:spChg chg="mod">
          <ac:chgData name="Ettore Cantile" userId="2f5e44afd0b03182" providerId="LiveId" clId="{E1E0318C-FEAB-4CAE-9BDC-15A43D225A7A}" dt="2026-07-06T18:17:42.252" v="17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Ettore Cantile" userId="2f5e44afd0b03182" providerId="LiveId" clId="{E1E0318C-FEAB-4CAE-9BDC-15A43D225A7A}" dt="2026-07-06T18:18:13.172" v="20" actId="1076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Ettore Cantile" userId="2f5e44afd0b03182" providerId="LiveId" clId="{E1E0318C-FEAB-4CAE-9BDC-15A43D225A7A}" dt="2026-07-06T18:18:52.252" v="26" actId="1076"/>
        <pc:sldMkLst>
          <pc:docMk/>
          <pc:sldMk cId="0" sldId="265"/>
        </pc:sldMkLst>
        <pc:spChg chg="mod">
          <ac:chgData name="Ettore Cantile" userId="2f5e44afd0b03182" providerId="LiveId" clId="{E1E0318C-FEAB-4CAE-9BDC-15A43D225A7A}" dt="2026-07-06T18:18:45.922" v="23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Ettore Cantile" userId="2f5e44afd0b03182" providerId="LiveId" clId="{E1E0318C-FEAB-4CAE-9BDC-15A43D225A7A}" dt="2026-07-06T18:18:52.252" v="26" actId="1076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Ettore Cantile" userId="2f5e44afd0b03182" providerId="LiveId" clId="{E1E0318C-FEAB-4CAE-9BDC-15A43D225A7A}" dt="2026-07-06T18:21:25.813" v="37"/>
        <pc:sldMkLst>
          <pc:docMk/>
          <pc:sldMk cId="0" sldId="266"/>
        </pc:sldMkLst>
        <pc:spChg chg="mod">
          <ac:chgData name="Ettore Cantile" userId="2f5e44afd0b03182" providerId="LiveId" clId="{E1E0318C-FEAB-4CAE-9BDC-15A43D225A7A}" dt="2026-07-06T18:19:26.692" v="31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Ettore Cantile" userId="2f5e44afd0b03182" providerId="LiveId" clId="{E1E0318C-FEAB-4CAE-9BDC-15A43D225A7A}" dt="2026-07-06T18:20:46.288" v="3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Ettore Cantile" userId="2f5e44afd0b03182" providerId="LiveId" clId="{E1E0318C-FEAB-4CAE-9BDC-15A43D225A7A}" dt="2026-07-06T18:20:54.791" v="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Ettore Cantile" userId="2f5e44afd0b03182" providerId="LiveId" clId="{E1E0318C-FEAB-4CAE-9BDC-15A43D225A7A}" dt="2026-07-06T18:21:25.813" v="37"/>
          <ac:spMkLst>
            <pc:docMk/>
            <pc:sldMk cId="0" sldId="266"/>
            <ac:spMk id="21" creationId="{00000000-0000-0000-0000-000000000000}"/>
          </ac:spMkLst>
        </pc:spChg>
      </pc:sldChg>
      <pc:sldChg chg="modSp">
        <pc:chgData name="Ettore Cantile" userId="2f5e44afd0b03182" providerId="LiveId" clId="{E1E0318C-FEAB-4CAE-9BDC-15A43D225A7A}" dt="2026-07-06T18:26:49.246" v="62"/>
        <pc:sldMkLst>
          <pc:docMk/>
          <pc:sldMk cId="0" sldId="268"/>
        </pc:sldMkLst>
        <pc:graphicFrameChg chg="mod">
          <ac:chgData name="Ettore Cantile" userId="2f5e44afd0b03182" providerId="LiveId" clId="{E1E0318C-FEAB-4CAE-9BDC-15A43D225A7A}" dt="2026-07-06T18:26:49.246" v="62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addSp delSp modSp mod">
        <pc:chgData name="Ettore Cantile" userId="2f5e44afd0b03182" providerId="LiveId" clId="{E1E0318C-FEAB-4CAE-9BDC-15A43D225A7A}" dt="2026-07-06T18:26:37.111" v="61" actId="27918"/>
        <pc:sldMkLst>
          <pc:docMk/>
          <pc:sldMk cId="0" sldId="269"/>
        </pc:sldMkLst>
        <pc:graphicFrameChg chg="add del mod">
          <ac:chgData name="Ettore Cantile" userId="2f5e44afd0b03182" providerId="LiveId" clId="{E1E0318C-FEAB-4CAE-9BDC-15A43D225A7A}" dt="2026-07-06T18:25:02.914" v="53" actId="20577"/>
          <ac:graphicFrameMkLst>
            <pc:docMk/>
            <pc:sldMk cId="0" sldId="269"/>
            <ac:graphicFrameMk id="5" creationId="{00000000-0000-0000-0000-000000000000}"/>
          </ac:graphicFrameMkLst>
        </pc:graphicFrameChg>
        <pc:graphicFrameChg chg="add mod">
          <ac:chgData name="Ettore Cantile" userId="2f5e44afd0b03182" providerId="LiveId" clId="{E1E0318C-FEAB-4CAE-9BDC-15A43D225A7A}" dt="2026-07-06T18:23:57.171" v="38"/>
          <ac:graphicFrameMkLst>
            <pc:docMk/>
            <pc:sldMk cId="0" sldId="269"/>
            <ac:graphicFrameMk id="9" creationId="{BD033072-0F64-7194-94FB-551E535098F1}"/>
          </ac:graphicFrameMkLst>
        </pc:graphicFrameChg>
        <pc:graphicFrameChg chg="add mod">
          <ac:chgData name="Ettore Cantile" userId="2f5e44afd0b03182" providerId="LiveId" clId="{E1E0318C-FEAB-4CAE-9BDC-15A43D225A7A}" dt="2026-07-06T18:24:03.174" v="39"/>
          <ac:graphicFrameMkLst>
            <pc:docMk/>
            <pc:sldMk cId="0" sldId="269"/>
            <ac:graphicFrameMk id="10" creationId="{C486926D-63AD-2760-9B76-47BE30F5252F}"/>
          </ac:graphicFrameMkLst>
        </pc:graphicFrameChg>
      </pc:sldChg>
      <pc:sldChg chg="del">
        <pc:chgData name="Ettore Cantile" userId="2f5e44afd0b03182" providerId="LiveId" clId="{E1E0318C-FEAB-4CAE-9BDC-15A43D225A7A}" dt="2026-07-06T19:55:00.676" v="63" actId="2696"/>
        <pc:sldMkLst>
          <pc:docMk/>
          <pc:sldMk cId="0" sldId="27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HIT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3BB-41D2-AF70-30AB8BFCC16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9EEFA"/>
                    </a:solidFill>
                    <a:latin typeface="Calibri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M1 · PTQ</c:v>
                </c:pt>
                <c:pt idx="1">
                  <c:v>M2 · QAT</c:v>
                </c:pt>
                <c:pt idx="2">
                  <c:v>M3 · OpenFlow*</c:v>
                </c:pt>
                <c:pt idx="3">
                  <c:v>M4 · IPA Demo*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1">
                  <c:v>30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B-41D2-AF70-30AB8BFCC1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FAKE HIT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9EEFA"/>
                    </a:solidFill>
                    <a:latin typeface="Calibri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M1 · PTQ</c:v>
                </c:pt>
                <c:pt idx="1">
                  <c:v>M2 · QAT</c:v>
                </c:pt>
                <c:pt idx="2">
                  <c:v>M3 · OpenFlow*</c:v>
                </c:pt>
                <c:pt idx="3">
                  <c:v>M4 · IPA Demo*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BB-41D2-AF70-30AB8BFCC1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MISS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9EEFA"/>
                    </a:solidFill>
                    <a:latin typeface="Calibri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M1 · PTQ</c:v>
                </c:pt>
                <c:pt idx="1">
                  <c:v>M2 · QAT</c:v>
                </c:pt>
                <c:pt idx="2">
                  <c:v>M3 · OpenFlow*</c:v>
                </c:pt>
                <c:pt idx="3">
                  <c:v>M4 · IPA Demo*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2">
                  <c:v>11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BB-41D2-AF70-30AB8BFCC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3C2"/>
                </a:solidFill>
                <a:latin typeface="Calibri"/>
              </a:defRPr>
            </a:pPr>
            <a:endParaRPr lang="it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2A35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3C2"/>
                </a:solidFill>
                <a:latin typeface="Arial"/>
              </a:defRPr>
            </a:pPr>
            <a:endParaRPr lang="it-IT"/>
          </a:p>
        </c:txPr>
        <c:crossAx val="2094734554"/>
        <c:crosses val="autoZero"/>
        <c:crossBetween val="between"/>
        <c:majorUnit val="10"/>
      </c:valAx>
      <c:spPr>
        <a:solidFill>
          <a:srgbClr val="161E36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E9EEFA"/>
              </a:solidFill>
              <a:latin typeface="Calibri"/>
              <a:cs typeface="Calibri"/>
            </a:defRPr>
          </a:pPr>
          <a:endParaRPr lang="it-IT"/>
        </a:p>
      </c:txPr>
    </c:legend>
    <c:plotVisOnly val="1"/>
    <c:dispBlanksAs val="span"/>
    <c:showDLblsOverMax val="1"/>
  </c:chart>
  <c:spPr>
    <a:solidFill>
      <a:srgbClr val="161E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85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c_tit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0" y="-1188720"/>
            <a:ext cx="4206240" cy="4206240"/>
          </a:xfrm>
          <a:prstGeom prst="lin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1463040" y="2834640"/>
            <a:ext cx="4023360" cy="4023360"/>
          </a:xfrm>
          <a:prstGeom prst="lin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5669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714329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6035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IPA · LABORATORIO eBPF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16002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PAckets</a:t>
            </a:r>
            <a:endParaRPr lang="en-US" sz="5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eBPF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566928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Inferenza di modelli ML nel data plane del kernel, a velocità di linea — senza control plane centralizzato.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66928" y="411480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4114800"/>
            <a:ext cx="18031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Germany50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34717" y="4114800"/>
            <a:ext cx="1642262" cy="365760"/>
          </a:xfrm>
          <a:prstGeom prst="roundRect">
            <a:avLst>
              <a:gd name="adj" fmla="val 50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34717" y="4114800"/>
            <a:ext cx="16422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Emulatore Kathara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41571" y="4114800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41571" y="41148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/ XDP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585155" y="4114800"/>
            <a:ext cx="918058" cy="365760"/>
          </a:xfrm>
          <a:prstGeom prst="roundRect">
            <a:avLst>
              <a:gd name="adj" fmla="val 50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85155" y="4114800"/>
            <a:ext cx="91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int8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cosa parliamo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98448" y="15636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300" y="1663476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536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scenario di base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37760" y="1536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paradigma Intelligent PAckets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13969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98448" y="22219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300" y="2321844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eBPF / XDP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 di inoltro nel kernel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279806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298448" y="28803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300" y="2980212"/>
            <a:ext cx="184343" cy="1843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2852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metodi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937760" y="2852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a livello di codice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02920" y="345643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8368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1298448" y="353872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8300" y="3638580"/>
            <a:ext cx="184343" cy="18434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74520" y="3511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e confronto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937760" y="3511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FAKE / MISS per metodo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02920" y="41148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58368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298448" y="4197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8300" y="4296948"/>
            <a:ext cx="184343" cy="18434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874520" y="4169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937760" y="4169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dimostra il progetto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DI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paradigma Intelligent PAckets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modello ML compatto (MLP) viene quantizzato a 8 bit e incorporato direttamente nell'header del pacchetto. Ogni nodo esegue inferenza locale e decide l'inoltro, in autonomia.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39696"/>
            <a:ext cx="3950208" cy="1371600"/>
          </a:xfrm>
          <a:prstGeom prst="roundRect">
            <a:avLst>
              <a:gd name="adj" fmla="val 5333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23591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802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4086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nel pacchetto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2898648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pesi int8 dell'MLP viaggiano nell'header: il pacchetto porta con sé la propria "intelligenza".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90872" y="2139696"/>
            <a:ext cx="3950208" cy="1371600"/>
          </a:xfrm>
          <a:prstGeom prst="roundRect">
            <a:avLst>
              <a:gd name="adj" fmla="val 5333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23591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7802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234086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Inferenza per-hop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46904" y="2897231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ogni salto il nodo costruisce un input locale e calcola la decisione via prodotto scalare intero.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730752"/>
            <a:ext cx="3950208" cy="1371600"/>
          </a:xfrm>
          <a:prstGeom prst="roundRect">
            <a:avLst>
              <a:gd name="adj" fmla="val 5333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2376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0690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93192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control plane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58952" y="4457700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L'inoltro avviene interamente nel data plane, senza segnalazione verso un controller centrale.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90872" y="3730752"/>
            <a:ext cx="3950208" cy="1371600"/>
          </a:xfrm>
          <a:prstGeom prst="roundRect">
            <a:avLst>
              <a:gd name="adj" fmla="val 5333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0328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0690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13832" y="393192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Adattivo per missione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46904" y="4457700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Missioni diverse — recovery, deadline, congestione — sono modelli diversi nel pacchetto.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DI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eseguito ad ogni hop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373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50" y="184672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92808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4088" y="252374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 l'header IPA e i pesi del modello dal pacchetto in arrivo (UDP :9999).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23160" y="2039112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606040" y="1536192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07208" y="17373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570" y="184672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95928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807208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VECTOR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807208" y="252374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Costruisce l'IV dallo stato locale: model_id, ttl, ingress_ifindex, input_size.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26280" y="2039112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4709160" y="1536192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10328" y="17373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690" y="1846722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9048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4910328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INFERENZA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910328" y="252374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scalare intero pesi·IV → chiave di inoltro (key).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629400" y="2039112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6812280" y="1536192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13448" y="17373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810" y="1846722"/>
            <a:ext cx="201900" cy="2019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02168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013448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013448" y="252374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key in fwd_table e reindirizza con bpf_redirect(), senza controller.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02920" y="3529584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0C1222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49224" y="3657600"/>
            <a:ext cx="73152" cy="73152"/>
          </a:xfrm>
          <a:prstGeom prst="line">
            <a:avLst/>
          </a:prstGeom>
          <a:solidFill>
            <a:srgbClr val="F85149"/>
          </a:solidFill>
          <a:ln/>
        </p:spPr>
      </p:sp>
      <p:sp>
        <p:nvSpPr>
          <p:cNvPr id="33" name="Shape 27"/>
          <p:cNvSpPr/>
          <p:nvPr/>
        </p:nvSpPr>
        <p:spPr>
          <a:xfrm>
            <a:off x="795528" y="3657600"/>
            <a:ext cx="73152" cy="73152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34" name="Shape 28"/>
          <p:cNvSpPr/>
          <p:nvPr/>
        </p:nvSpPr>
        <p:spPr>
          <a:xfrm>
            <a:off x="941832" y="3657600"/>
            <a:ext cx="73152" cy="73152"/>
          </a:xfrm>
          <a:prstGeom prst="line">
            <a:avLst/>
          </a:prstGeom>
          <a:solidFill>
            <a:srgbClr val="3FB950"/>
          </a:solidFill>
          <a:ln/>
        </p:spPr>
      </p:sp>
      <p:sp>
        <p:nvSpPr>
          <p:cNvPr id="35" name="Text 29"/>
          <p:cNvSpPr/>
          <p:nvPr/>
        </p:nvSpPr>
        <p:spPr>
          <a:xfrm>
            <a:off x="1143000" y="358444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forwarding key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658368" y="36804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 vector e chiave di inoltro (aritmetica intera)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= [</a:t>
            </a:r>
            <a:r>
              <a:rPr lang="en-US" sz="10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ingress_ifindex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input_size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 Σ ivᵢ·wᵢ + 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SPERIMENTALE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laboratorio: Germany50 su Kathara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44823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44823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(+2)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65960" y="1744823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di dorsale + 2 host virtuali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704943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704943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65960" y="2704943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massimo di un nodo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668425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668425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:9999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65960" y="3668425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UDP del traffico IPA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53712" y="1481328"/>
            <a:ext cx="4087368" cy="3072384"/>
          </a:xfrm>
          <a:prstGeom prst="roundRect">
            <a:avLst>
              <a:gd name="adj" fmla="val 2679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17007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819656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76672" y="170078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emulato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64608" y="2350008"/>
            <a:ext cx="146304" cy="146304"/>
          </a:xfrm>
          <a:prstGeom prst="line">
            <a:avLst/>
          </a:prstGeom>
          <a:solidFill>
            <a:srgbClr val="2DD4BF"/>
          </a:solidFill>
          <a:ln/>
        </p:spPr>
      </p:sp>
      <p:sp>
        <p:nvSpPr>
          <p:cNvPr id="21" name="Shape 18"/>
          <p:cNvSpPr/>
          <p:nvPr/>
        </p:nvSpPr>
        <p:spPr>
          <a:xfrm>
            <a:off x="4937760" y="2514600"/>
            <a:ext cx="0" cy="256032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2276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h_src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73952" y="22768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sorgente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64608" y="2788920"/>
            <a:ext cx="146304" cy="146304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25" name="Shape 22"/>
          <p:cNvSpPr/>
          <p:nvPr/>
        </p:nvSpPr>
        <p:spPr>
          <a:xfrm>
            <a:off x="4937760" y="2953512"/>
            <a:ext cx="0" cy="256032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20640" y="2715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Darmstadt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73952" y="271576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di ingresso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64608" y="3227832"/>
            <a:ext cx="146304" cy="146304"/>
          </a:xfrm>
          <a:prstGeom prst="line">
            <a:avLst/>
          </a:prstGeom>
          <a:solidFill>
            <a:srgbClr val="FFC85C"/>
          </a:solidFill>
          <a:ln/>
        </p:spPr>
      </p:sp>
      <p:sp>
        <p:nvSpPr>
          <p:cNvPr id="29" name="Shape 26"/>
          <p:cNvSpPr/>
          <p:nvPr/>
        </p:nvSpPr>
        <p:spPr>
          <a:xfrm>
            <a:off x="4937760" y="3392424"/>
            <a:ext cx="0" cy="256032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Frankfurt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473952" y="315468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eBPF/XDP (inferenza)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864608" y="3666744"/>
            <a:ext cx="146304" cy="146304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33" name="Shape 30"/>
          <p:cNvSpPr/>
          <p:nvPr/>
        </p:nvSpPr>
        <p:spPr>
          <a:xfrm>
            <a:off x="4937760" y="3831336"/>
            <a:ext cx="0" cy="256032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064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Flensburg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473952" y="359359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di uscita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864608" y="4105656"/>
            <a:ext cx="146304" cy="146304"/>
          </a:xfrm>
          <a:prstGeom prst="line">
            <a:avLst/>
          </a:prstGeom>
          <a:solidFill>
            <a:srgbClr val="2DD4BF"/>
          </a:solidFill>
          <a:ln/>
        </p:spPr>
      </p:sp>
      <p:sp>
        <p:nvSpPr>
          <p:cNvPr id="37" name="Text 34"/>
          <p:cNvSpPr/>
          <p:nvPr/>
        </p:nvSpPr>
        <p:spPr>
          <a:xfrm>
            <a:off x="5120640" y="40325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h_dst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473952" y="403250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destinazione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791456" y="465886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importata da germany50.xml (SNDlib) via importSNDLib.py.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EBPF / XDP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 di inoltro nel kernel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Ethernet → IP → UDP → header IPA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dei pesi in model_cache (per model_id)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della key via prodotto scalare intero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in fwd_table → bpf_redirect() o miss_event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tramite valid_keys (TTL → key corretta)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41941"/>
              </p:ext>
            </p:extLst>
          </p:nvPr>
        </p:nvGraphicFramePr>
        <p:xfrm>
          <a:off x="493776" y="3359640"/>
          <a:ext cx="3977640" cy="12293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Esito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Condizione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HIT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7A3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 trovata  E  valid_keys[ttl] == key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82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FAKE HIT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7A3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 trovata  MA  valid_keys[ttl] != key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MISS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7A3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 non presente in fwd_table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17720" y="1481328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0C1222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4764024" y="1609344"/>
            <a:ext cx="73152" cy="73152"/>
          </a:xfrm>
          <a:prstGeom prst="line">
            <a:avLst/>
          </a:prstGeom>
          <a:solidFill>
            <a:srgbClr val="F85149"/>
          </a:solidFill>
          <a:ln/>
        </p:spPr>
      </p:sp>
      <p:sp>
        <p:nvSpPr>
          <p:cNvPr id="8" name="Shape 5"/>
          <p:cNvSpPr/>
          <p:nvPr/>
        </p:nvSpPr>
        <p:spPr>
          <a:xfrm>
            <a:off x="4910328" y="1609344"/>
            <a:ext cx="73152" cy="73152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9" name="Shape 6"/>
          <p:cNvSpPr/>
          <p:nvPr/>
        </p:nvSpPr>
        <p:spPr>
          <a:xfrm>
            <a:off x="5056632" y="1609344"/>
            <a:ext cx="73152" cy="73152"/>
          </a:xfrm>
          <a:prstGeom prst="line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0" y="15361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ebpf_program.py · ipa_switch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37176" y="1933505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XDP — calcolo del prodotto scalare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iv[0]=</a:t>
            </a:r>
            <a:r>
              <a:rPr lang="en-US" sz="10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iv[1]=</a:t>
            </a:r>
            <a:r>
              <a:rPr lang="en-US" sz="10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ip-&gt;</a:t>
            </a:r>
            <a:r>
              <a:rPr lang="en-US" sz="1000" dirty="0" err="1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iv[2]=</a:t>
            </a:r>
            <a:r>
              <a:rPr lang="en-US" sz="1000" dirty="0" err="1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ingress_ifindex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iv[3]=</a:t>
            </a:r>
            <a:r>
              <a:rPr lang="en-US" sz="10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ipa-&gt;input_size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(i=0; i&lt;4; i++)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 += iv[i] * (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)w[i]);
</a:t>
            </a:r>
            <a:endParaRPr lang="en-US" sz="1000" dirty="0"/>
          </a:p>
          <a:p>
            <a:pPr>
              <a:lnSpc>
                <a:spcPct val="105000"/>
              </a:lnSpc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(out + 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*scale)/scale;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esito -&gt; bpf_redirect() | miss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METODI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strategie di inoltro a confronto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50208" cy="1426464"/>
          </a:xfrm>
          <a:prstGeom prst="roundRect">
            <a:avLst>
              <a:gd name="adj" fmla="val 5128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824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0136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67328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166420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 </a:t>
            </a: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" y="2212848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con pesi float, kernel int8: asimmetria voluta che misura l'errore di quantizzazione.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90872" y="1463040"/>
            <a:ext cx="3950208" cy="1426464"/>
          </a:xfrm>
          <a:prstGeom prst="roundRect">
            <a:avLst>
              <a:gd name="adj" fmla="val 5128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6824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0136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0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513832" y="166420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 </a:t>
            </a: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46904" y="2212848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 fake-quantization: CP e kernel usano la stessa aritmetica intera.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108960"/>
            <a:ext cx="3950208" cy="1426464"/>
          </a:xfrm>
          <a:prstGeom prst="roundRect">
            <a:avLst>
              <a:gd name="adj" fmla="val 5128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376" y="332841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44728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67328" y="3218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325880" y="331012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6C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OpenFlow-like  </a:t>
            </a: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on-demand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58952" y="3858768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fwd_table vuota: ogni MISS installa la regola usando la key calcolata dal kernel.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90872" y="3108960"/>
            <a:ext cx="3950208" cy="1426464"/>
          </a:xfrm>
          <a:prstGeom prst="roundRect">
            <a:avLst>
              <a:gd name="adj" fmla="val 5128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10328" y="332841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4728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955280" y="3218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513832" y="331012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Demo  </a:t>
            </a:r>
            <a:r>
              <a:rPr lang="en-US" sz="10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viaggia nel pacchetto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946904" y="3858768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 tabella vuote al boot: il router apprende il modello dal payload al volo.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METODI · IMPLEMENTAZIONE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7" y="791505"/>
            <a:ext cx="245791" cy="245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6035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1 — PTQ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addestrato in float32 e quantizzato a posteriori. Il CP popola fwd_table con i pesi float originali, il kernel usa int8: un'asimmetria intenzionale che rende misurabile l'errore di quantizzazione.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84832"/>
            <a:ext cx="4709160" cy="2487168"/>
          </a:xfrm>
          <a:prstGeom prst="roundRect">
            <a:avLst>
              <a:gd name="adj" fmla="val 2206"/>
            </a:avLst>
          </a:prstGeom>
          <a:solidFill>
            <a:srgbClr val="0C1222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" y="2212848"/>
            <a:ext cx="73152" cy="73152"/>
          </a:xfrm>
          <a:prstGeom prst="line">
            <a:avLst/>
          </a:prstGeom>
          <a:solidFill>
            <a:srgbClr val="F85149"/>
          </a:solidFill>
          <a:ln/>
        </p:spPr>
      </p:sp>
      <p:sp>
        <p:nvSpPr>
          <p:cNvPr id="9" name="Shape 6"/>
          <p:cNvSpPr/>
          <p:nvPr/>
        </p:nvSpPr>
        <p:spPr>
          <a:xfrm>
            <a:off x="795528" y="2212848"/>
            <a:ext cx="73152" cy="73152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10" name="Shape 7"/>
          <p:cNvSpPr/>
          <p:nvPr/>
        </p:nvSpPr>
        <p:spPr>
          <a:xfrm>
            <a:off x="941832" y="2212848"/>
            <a:ext cx="73152" cy="73152"/>
          </a:xfrm>
          <a:prstGeom prst="lin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1396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method1_ptq.py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58952" y="2240280"/>
            <a:ext cx="3284232" cy="12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CP usa i pesi FLOAT originali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cp_weights = float_data[</a:t>
            </a:r>
            <a:r>
              <a:rPr lang="en-US" sz="8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"weights"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][:4]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divergenza voluta dal kernel int8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populate_fwd_and_valid_keys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 action, cp_weights,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SCALE_FACTOR,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integer_arithmetic=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FAKE HIT + MISS = errore PTQ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13248" y="2103120"/>
            <a:ext cx="3227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SCALE_FACTOR = ⌊127 / max|w|⌋ da weights_float.json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 model_cache allineati; solo il CP diverge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HIT e MISS quantificano la perdita di accuratezza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13248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13248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413248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34912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4912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534912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56576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656576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656576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13248" y="459028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su 30 pacchetti: 0 TRUE · 18 FAKE · 12 MISS.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METODI · IMPLEMENTAZIONE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7" y="791505"/>
            <a:ext cx="245791" cy="245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6035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2 — QAT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addestrato direttamente in int8 con fake-quantization (STE) e SCALE_FACTOR fisso a 128. Kernel e CP usano un'aritmetica intera identica: le chiavi coincidono sempre.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84832"/>
            <a:ext cx="4709160" cy="2487168"/>
          </a:xfrm>
          <a:prstGeom prst="roundRect">
            <a:avLst>
              <a:gd name="adj" fmla="val 2206"/>
            </a:avLst>
          </a:prstGeom>
          <a:solidFill>
            <a:srgbClr val="0C1222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" y="2212848"/>
            <a:ext cx="73152" cy="73152"/>
          </a:xfrm>
          <a:prstGeom prst="line">
            <a:avLst/>
          </a:prstGeom>
          <a:solidFill>
            <a:srgbClr val="F85149"/>
          </a:solidFill>
          <a:ln/>
        </p:spPr>
      </p:sp>
      <p:sp>
        <p:nvSpPr>
          <p:cNvPr id="9" name="Shape 6"/>
          <p:cNvSpPr/>
          <p:nvPr/>
        </p:nvSpPr>
        <p:spPr>
          <a:xfrm>
            <a:off x="795528" y="2212848"/>
            <a:ext cx="73152" cy="73152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10" name="Shape 7"/>
          <p:cNvSpPr/>
          <p:nvPr/>
        </p:nvSpPr>
        <p:spPr>
          <a:xfrm>
            <a:off x="941832" y="2212848"/>
            <a:ext cx="73152" cy="73152"/>
          </a:xfrm>
          <a:prstGeom prst="lin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1396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method2_qat.py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5528" y="2240280"/>
            <a:ext cx="43434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SCALE_FACTOR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aritmetica intera == kernel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populate_fwd_and_valid_keys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 action, int8_weights,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SCALE_FACTOR,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integer_arithmetic=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// replica la divisione intera C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(Σ iv·w + OFF*sc) 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
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13248" y="2103120"/>
            <a:ext cx="3227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// elimina l'errore di arrotondamento ±1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divergenza tra spazio kernel e user space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deterministico e riproducibile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13248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13248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413248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34912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4912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534912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56576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656576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656576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13248" y="459028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su 30 pacchetti: 30 TRUE · 0 FAKE · 0 MISS.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METODI · IMPLEMENTAZIONE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7" y="791505"/>
            <a:ext cx="245791" cy="245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6035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3 — OpenFlow-like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fwd_table parte vuota. Ad ogni MISS il kernel invia un miss_event al control plane, che installa la regola usando direttamente ev.key: nessun ricalcolo in user space, zero rischio di mismatch.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84832"/>
            <a:ext cx="4709160" cy="2487168"/>
          </a:xfrm>
          <a:prstGeom prst="roundRect">
            <a:avLst>
              <a:gd name="adj" fmla="val 2206"/>
            </a:avLst>
          </a:prstGeom>
          <a:solidFill>
            <a:srgbClr val="0C1222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" y="2212848"/>
            <a:ext cx="73152" cy="73152"/>
          </a:xfrm>
          <a:prstGeom prst="line">
            <a:avLst/>
          </a:prstGeom>
          <a:solidFill>
            <a:srgbClr val="F85149"/>
          </a:solidFill>
          <a:ln/>
        </p:spPr>
      </p:sp>
      <p:sp>
        <p:nvSpPr>
          <p:cNvPr id="9" name="Shape 6"/>
          <p:cNvSpPr/>
          <p:nvPr/>
        </p:nvSpPr>
        <p:spPr>
          <a:xfrm>
            <a:off x="795528" y="2212848"/>
            <a:ext cx="73152" cy="73152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10" name="Shape 7"/>
          <p:cNvSpPr/>
          <p:nvPr/>
        </p:nvSpPr>
        <p:spPr>
          <a:xfrm>
            <a:off x="941832" y="2212848"/>
            <a:ext cx="73152" cy="73152"/>
          </a:xfrm>
          <a:prstGeom prst="lin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1396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method3_openflow.py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58952" y="2295144"/>
            <a:ext cx="43434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handle_miss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(cpu, data, size):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  = MissEvent.</a:t>
            </a:r>
            <a:r>
              <a:rPr lang="en-US" sz="8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from_buffer_copy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(…)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= ev.key  </a:t>
            </a: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già dal kernel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fwd[c_ulonglong(key)] = action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vk[c_uint8(ev.ttl)]   = key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volta per un TTL  -&gt; MISS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volte successive        -&gt; TRUE HIT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scala a QUALSIASI IV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13248" y="2103120"/>
            <a:ext cx="3227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installate on-demand, come in OpenFlow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HIT solo in warm-up (collisioni transitorie)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range di TTL cablato: scalabilità piena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13248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13248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413248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34912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4912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534912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56576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656576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656576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13248" y="459028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warm-up (30 pkt). Dopo la convergenza i TRUE HIT crescono e i MISS si stabilizzano.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METODI · IMPLEMENTAZIONE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7" y="791505"/>
            <a:ext cx="245791" cy="245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6035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4 — IPA Demo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cuore del paradigma IPA: model_cache e fwd_table partono vuote. Il modello viaggia nel payload del pacchetto e il router non lo conosce al boot — lo apprende al volo dal primo pacchetto.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84832"/>
            <a:ext cx="4709160" cy="2487168"/>
          </a:xfrm>
          <a:prstGeom prst="roundRect">
            <a:avLst>
              <a:gd name="adj" fmla="val 2206"/>
            </a:avLst>
          </a:prstGeom>
          <a:solidFill>
            <a:srgbClr val="0C1222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" y="2212848"/>
            <a:ext cx="73152" cy="73152"/>
          </a:xfrm>
          <a:prstGeom prst="line">
            <a:avLst/>
          </a:prstGeom>
          <a:solidFill>
            <a:srgbClr val="F85149"/>
          </a:solidFill>
          <a:ln/>
        </p:spPr>
      </p:sp>
      <p:sp>
        <p:nvSpPr>
          <p:cNvPr id="9" name="Shape 6"/>
          <p:cNvSpPr/>
          <p:nvPr/>
        </p:nvSpPr>
        <p:spPr>
          <a:xfrm>
            <a:off x="795528" y="2212848"/>
            <a:ext cx="73152" cy="73152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10" name="Shape 7"/>
          <p:cNvSpPr/>
          <p:nvPr/>
        </p:nvSpPr>
        <p:spPr>
          <a:xfrm>
            <a:off x="941832" y="2212848"/>
            <a:ext cx="73152" cy="73152"/>
          </a:xfrm>
          <a:prstGeom prst="lin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1396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method4_ipa_demo.py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5800" y="2336292"/>
            <a:ext cx="43434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handle_model_miss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(…):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 = ModelMissEvent.</a:t>
            </a:r>
            <a:r>
              <a:rPr lang="en-US" sz="8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from_buffer_copy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(…)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weights = [c_int8(ev.w0).value, …]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C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populate_model_cache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(b, id, w, sc)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 = Σ(iv[i]*weights[i])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= (out + OFF*sc) </a:t>
            </a: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fwd[key] = action; vk[ttl] = key
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1° pkt ~2 ms · poi TRUE HIT &lt;1 ms</a:t>
            </a:r>
            <a:r>
              <a:rPr lang="en-US" sz="8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13248" y="2103120"/>
            <a:ext cx="3227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1° pacchetto porta i 4 byte di pesi nel payload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CP carica il modello e installa la regola (~2 ms)</a:t>
            </a:r>
            <a:endParaRPr lang="en-US" sz="11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2° pacchetto: TRUE HIT dal kernel, CP silente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13248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13248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413248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34912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4912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534912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56576" y="3639312"/>
            <a:ext cx="984504" cy="914400"/>
          </a:xfrm>
          <a:prstGeom prst="roundRect">
            <a:avLst>
              <a:gd name="adj" fmla="val 8000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656576" y="3749040"/>
            <a:ext cx="984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656576" y="4242816"/>
            <a:ext cx="98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(1° PKT)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13248" y="459028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L'intelligenza è nel pacchetto: il router la apprende al volo e poi inoltra autonomamente.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4 · DETTAGLI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verifier eBPF lo accetta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verifier vieta l'aritmetica di puntatori su data_end. La copia dei pesi usa 4 letture a offset fisso con un solo controllo di limite, invece di un loop.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4572000" cy="1874520"/>
          </a:xfrm>
          <a:prstGeom prst="roundRect">
            <a:avLst>
              <a:gd name="adj" fmla="val 2927"/>
            </a:avLst>
          </a:prstGeom>
          <a:solidFill>
            <a:srgbClr val="0C1222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2139696"/>
            <a:ext cx="73152" cy="73152"/>
          </a:xfrm>
          <a:prstGeom prst="lin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2139696"/>
            <a:ext cx="73152" cy="73152"/>
          </a:xfrm>
          <a:prstGeom prst="lin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139696"/>
            <a:ext cx="73152" cy="73152"/>
          </a:xfrm>
          <a:prstGeom prst="lin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066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letture a offset fisso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305576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__u8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*w = (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__u8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*)(ipa + 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((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*)(w + 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 data_end)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XDP_PASS;  </a:t>
            </a:r>
            <a:r>
              <a:rPr lang="en-US" sz="1000" dirty="0">
                <a:solidFill>
                  <a:srgbClr val="6E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solo check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mev.w0 = w[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mev.w1 = w[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
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mev.w2 = w[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mev.w3 = w[</a:t>
            </a:r>
            <a:r>
              <a:rPr lang="en-US" sz="1000" dirty="0">
                <a:solidFill>
                  <a:srgbClr val="FFC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00" dirty="0">
                <a:solidFill>
                  <a:srgbClr val="E9EE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
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47330"/>
              </p:ext>
            </p:extLst>
          </p:nvPr>
        </p:nvGraphicFramePr>
        <p:xfrm>
          <a:off x="5257800" y="2011680"/>
          <a:ext cx="338328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 err="1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Descrizione</a:t>
                      </a:r>
                      <a:endParaRPr lang="en-US" sz="95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model_cache al boot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pre-caricata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C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VUOTA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sorgente modello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locale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C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pkt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primo pacchetto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MISS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C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MISS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latenza 1° pkt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latenza 2°+ pkt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4 è l'evoluzione del Metodo 3: entrambi installano regole on-demand, ma qui è il modello stesso a viaggiare nel pacchetto.</a:t>
            </a:r>
            <a:endParaRPr lang="en-US" sz="1100" dirty="0"/>
          </a:p>
        </p:txBody>
      </p:sp>
      <p:sp>
        <p:nvSpPr>
          <p:cNvPr id="11" name="Text 10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tra i quattro metodi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873367"/>
              </p:ext>
            </p:extLst>
          </p:nvPr>
        </p:nvGraphicFramePr>
        <p:xfrm>
          <a:off x="502920" y="1417320"/>
          <a:ext cx="8138160" cy="27980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METODI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· PTQ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· </a:t>
                      </a:r>
                      <a:r>
                        <a:rPr lang="en-US" sz="10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9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· OpenFlow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· IPA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Pesi del 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ev.key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 pacchetto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 CP/kernel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al boot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pre-caricata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pre-caricata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pre-caricata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C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Popolamento tabella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Sorgente modello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C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HIT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</a:t>
                      </a:r>
                      <a:r>
                        <a:rPr lang="en-US" sz="10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HIT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88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88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88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9EE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fisso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7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fisso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9028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dopo warm-up (M3) / dopo il primo pacchetto (M4).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FAKE / MISS per metodo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200400"/>
          </a:xfrm>
          <a:prstGeom prst="roundRect">
            <a:avLst>
              <a:gd name="adj" fmla="val 257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513473509"/>
              </p:ext>
            </p:extLst>
          </p:nvPr>
        </p:nvGraphicFramePr>
        <p:xfrm>
          <a:off x="685800" y="1600200"/>
          <a:ext cx="77724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6268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30 pacchetti. * M3 = snapshot warm-up · M4 = post primo pacchetto (illustrativo).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 TECNICI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implementative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50208" cy="1417320"/>
          </a:xfrm>
          <a:prstGeom prst="roundRect">
            <a:avLst>
              <a:gd name="adj" fmla="val 516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824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0136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642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 e tipi kernel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52" y="2210916"/>
            <a:ext cx="3438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 non genera la classe Python da struct miss_event (non riconosce __u8/__u64): MissEvent e ModelMissEvent sono ctypes.Structure manuali.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90872" y="1463040"/>
            <a:ext cx="3950208" cy="1417320"/>
          </a:xfrm>
          <a:prstGeom prst="roundRect">
            <a:avLst>
              <a:gd name="adj" fmla="val 516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6824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013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6642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delle struct C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46904" y="2210916"/>
            <a:ext cx="3438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compilatore inserisce padding impliciti (2+7 byte) → 24 byte totali, replicati in Python con _pack_=1 e campi _pad espliciti.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081528"/>
            <a:ext cx="3950208" cy="1417320"/>
          </a:xfrm>
          <a:prstGeom prst="roundRect">
            <a:avLst>
              <a:gd name="adj" fmla="val 516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33009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41985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8269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di arrotondamento ±1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58952" y="3849882"/>
            <a:ext cx="3438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float divergono di ±1 dalla divisione intera del kernel. M2/M3/M4 usano // per replicarla; in M1 la divergenza è voluta.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90872" y="3081528"/>
            <a:ext cx="3950208" cy="1417320"/>
          </a:xfrm>
          <a:prstGeom prst="roundRect">
            <a:avLst>
              <a:gd name="adj" fmla="val 5161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3009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1985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328269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Verifier: niente pointer arithmetic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46904" y="3849882"/>
            <a:ext cx="3438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verifier rifiuta i loop con bound check su data_end: M4 legge 4 byte a offset fisso con un solo controllo.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9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dimostra il progetto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824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0136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0934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funziona end-to-end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9202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L'intelligenza è nel pacchetto: il router la apprende al volo e da quel momento inoltra in autonomia, a velocità kernel.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5059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6151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7340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4203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azzera l'errore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285292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aritmetica intera identica tra CP e kernel si ottiene il 100% di TRUE HIT; il PTQ ne quantifica la perdita.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38328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161E36"/>
          </a:solidFill>
          <a:ln w="12700">
            <a:solidFill>
              <a:srgbClr val="2A3552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4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66674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7472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= scalabilità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78561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7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metodi reattivi (M3/M4) installano regole solo quando servono, senza range di TTL cablati.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eBPF Lab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813816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2101</Words>
  <Application>Microsoft Office PowerPoint</Application>
  <PresentationFormat>Presentazione su schermo (16:9)</PresentationFormat>
  <Paragraphs>349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PAckets con eBPF</dc:title>
  <dc:subject>PptxGenJS Presentation</dc:subject>
  <dc:creator>IPA Lab</dc:creator>
  <cp:lastModifiedBy>Ettore Cantile</cp:lastModifiedBy>
  <cp:revision>2</cp:revision>
  <dcterms:created xsi:type="dcterms:W3CDTF">2026-07-06T16:12:04Z</dcterms:created>
  <dcterms:modified xsi:type="dcterms:W3CDTF">2026-07-07T08:11:56Z</dcterms:modified>
</cp:coreProperties>
</file>